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2" r:id="rId4"/>
    <p:sldId id="269" r:id="rId5"/>
    <p:sldId id="266" r:id="rId6"/>
    <p:sldId id="273" r:id="rId7"/>
    <p:sldId id="271" r:id="rId8"/>
    <p:sldId id="270" r:id="rId9"/>
    <p:sldId id="258" r:id="rId10"/>
    <p:sldId id="262" r:id="rId11"/>
    <p:sldId id="26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132" autoAdjust="0"/>
    <p:restoredTop sz="94660"/>
  </p:normalViewPr>
  <p:slideViewPr>
    <p:cSldViewPr snapToGrid="0">
      <p:cViewPr varScale="1">
        <p:scale>
          <a:sx n="74" d="100"/>
          <a:sy n="74" d="100"/>
        </p:scale>
        <p:origin x="49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0C015-60D9-4BEC-8F76-76BF254BA43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C719726-2404-4686-98D1-9B593DD44E1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0BE1696-4D6D-42E5-8E27-774DDBA3B260}"/>
              </a:ext>
            </a:extLst>
          </p:cNvPr>
          <p:cNvSpPr>
            <a:spLocks noGrp="1"/>
          </p:cNvSpPr>
          <p:nvPr>
            <p:ph type="dt" sz="half" idx="10"/>
          </p:nvPr>
        </p:nvSpPr>
        <p:spPr/>
        <p:txBody>
          <a:bodyPr/>
          <a:lstStyle/>
          <a:p>
            <a:fld id="{6E63642B-7E9B-4264-8C12-EC109642A7A5}" type="datetimeFigureOut">
              <a:rPr lang="en-US" smtClean="0"/>
              <a:t>1/29/2022</a:t>
            </a:fld>
            <a:endParaRPr lang="en-US"/>
          </a:p>
        </p:txBody>
      </p:sp>
      <p:sp>
        <p:nvSpPr>
          <p:cNvPr id="5" name="Footer Placeholder 4">
            <a:extLst>
              <a:ext uri="{FF2B5EF4-FFF2-40B4-BE49-F238E27FC236}">
                <a16:creationId xmlns:a16="http://schemas.microsoft.com/office/drawing/2014/main" id="{468CC663-ADEE-4E74-AB2C-DEEAF37947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601305-15EC-4FB7-9F42-0A67596203AC}"/>
              </a:ext>
            </a:extLst>
          </p:cNvPr>
          <p:cNvSpPr>
            <a:spLocks noGrp="1"/>
          </p:cNvSpPr>
          <p:nvPr>
            <p:ph type="sldNum" sz="quarter" idx="12"/>
          </p:nvPr>
        </p:nvSpPr>
        <p:spPr/>
        <p:txBody>
          <a:bodyPr/>
          <a:lstStyle/>
          <a:p>
            <a:fld id="{7A7E991E-64BF-47E2-9E90-5B64348DCA50}" type="slidenum">
              <a:rPr lang="en-US" smtClean="0"/>
              <a:t>‹#›</a:t>
            </a:fld>
            <a:endParaRPr lang="en-US"/>
          </a:p>
        </p:txBody>
      </p:sp>
    </p:spTree>
    <p:extLst>
      <p:ext uri="{BB962C8B-B14F-4D97-AF65-F5344CB8AC3E}">
        <p14:creationId xmlns:p14="http://schemas.microsoft.com/office/powerpoint/2010/main" val="586912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A9435-A456-43D1-B5BF-E7A0115537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B2F21C-3F5A-43F1-AE52-8DB4533A66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9A2F7D-40BB-41EB-9BE8-A68FD2CE3E5D}"/>
              </a:ext>
            </a:extLst>
          </p:cNvPr>
          <p:cNvSpPr>
            <a:spLocks noGrp="1"/>
          </p:cNvSpPr>
          <p:nvPr>
            <p:ph type="dt" sz="half" idx="10"/>
          </p:nvPr>
        </p:nvSpPr>
        <p:spPr/>
        <p:txBody>
          <a:bodyPr/>
          <a:lstStyle/>
          <a:p>
            <a:fld id="{6E63642B-7E9B-4264-8C12-EC109642A7A5}" type="datetimeFigureOut">
              <a:rPr lang="en-US" smtClean="0"/>
              <a:t>1/29/2022</a:t>
            </a:fld>
            <a:endParaRPr lang="en-US"/>
          </a:p>
        </p:txBody>
      </p:sp>
      <p:sp>
        <p:nvSpPr>
          <p:cNvPr id="5" name="Footer Placeholder 4">
            <a:extLst>
              <a:ext uri="{FF2B5EF4-FFF2-40B4-BE49-F238E27FC236}">
                <a16:creationId xmlns:a16="http://schemas.microsoft.com/office/drawing/2014/main" id="{572524A4-9DE9-495E-88A1-E20CC3B9F9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4E748B-8A35-46C2-A0F8-8EBA00B90140}"/>
              </a:ext>
            </a:extLst>
          </p:cNvPr>
          <p:cNvSpPr>
            <a:spLocks noGrp="1"/>
          </p:cNvSpPr>
          <p:nvPr>
            <p:ph type="sldNum" sz="quarter" idx="12"/>
          </p:nvPr>
        </p:nvSpPr>
        <p:spPr/>
        <p:txBody>
          <a:bodyPr/>
          <a:lstStyle/>
          <a:p>
            <a:fld id="{7A7E991E-64BF-47E2-9E90-5B64348DCA50}" type="slidenum">
              <a:rPr lang="en-US" smtClean="0"/>
              <a:t>‹#›</a:t>
            </a:fld>
            <a:endParaRPr lang="en-US"/>
          </a:p>
        </p:txBody>
      </p:sp>
    </p:spTree>
    <p:extLst>
      <p:ext uri="{BB962C8B-B14F-4D97-AF65-F5344CB8AC3E}">
        <p14:creationId xmlns:p14="http://schemas.microsoft.com/office/powerpoint/2010/main" val="42246776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7F38B-018A-4051-8405-2CD0E3C807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0AA8D1F-5422-4CB3-A064-41E62E86B97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20BB3F6-E37C-4324-A949-582385CDE5D2}"/>
              </a:ext>
            </a:extLst>
          </p:cNvPr>
          <p:cNvSpPr>
            <a:spLocks noGrp="1"/>
          </p:cNvSpPr>
          <p:nvPr>
            <p:ph type="dt" sz="half" idx="10"/>
          </p:nvPr>
        </p:nvSpPr>
        <p:spPr/>
        <p:txBody>
          <a:bodyPr/>
          <a:lstStyle/>
          <a:p>
            <a:fld id="{6E63642B-7E9B-4264-8C12-EC109642A7A5}" type="datetimeFigureOut">
              <a:rPr lang="en-US" smtClean="0"/>
              <a:t>1/29/2022</a:t>
            </a:fld>
            <a:endParaRPr lang="en-US"/>
          </a:p>
        </p:txBody>
      </p:sp>
      <p:sp>
        <p:nvSpPr>
          <p:cNvPr id="5" name="Footer Placeholder 4">
            <a:extLst>
              <a:ext uri="{FF2B5EF4-FFF2-40B4-BE49-F238E27FC236}">
                <a16:creationId xmlns:a16="http://schemas.microsoft.com/office/drawing/2014/main" id="{EDF53B98-2F43-4E6D-9753-2644F17908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17D3EB-F7F2-4DCF-8300-3770DD19698C}"/>
              </a:ext>
            </a:extLst>
          </p:cNvPr>
          <p:cNvSpPr>
            <a:spLocks noGrp="1"/>
          </p:cNvSpPr>
          <p:nvPr>
            <p:ph type="sldNum" sz="quarter" idx="12"/>
          </p:nvPr>
        </p:nvSpPr>
        <p:spPr/>
        <p:txBody>
          <a:bodyPr/>
          <a:lstStyle/>
          <a:p>
            <a:fld id="{7A7E991E-64BF-47E2-9E90-5B64348DCA50}" type="slidenum">
              <a:rPr lang="en-US" smtClean="0"/>
              <a:t>‹#›</a:t>
            </a:fld>
            <a:endParaRPr lang="en-US"/>
          </a:p>
        </p:txBody>
      </p:sp>
    </p:spTree>
    <p:extLst>
      <p:ext uri="{BB962C8B-B14F-4D97-AF65-F5344CB8AC3E}">
        <p14:creationId xmlns:p14="http://schemas.microsoft.com/office/powerpoint/2010/main" val="10127478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E0D71-F689-4C46-B6EC-81DBD6E4D1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F1F08A-5A92-4B24-B10E-5AC4C9BDC0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4CE950-ED16-45D0-9C72-39EE92327BE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4424ED2-6283-428C-80FA-BB5845DB8908}"/>
              </a:ext>
            </a:extLst>
          </p:cNvPr>
          <p:cNvSpPr>
            <a:spLocks noGrp="1"/>
          </p:cNvSpPr>
          <p:nvPr>
            <p:ph type="dt" sz="half" idx="10"/>
          </p:nvPr>
        </p:nvSpPr>
        <p:spPr/>
        <p:txBody>
          <a:bodyPr/>
          <a:lstStyle/>
          <a:p>
            <a:fld id="{6E63642B-7E9B-4264-8C12-EC109642A7A5}" type="datetimeFigureOut">
              <a:rPr lang="en-US" smtClean="0"/>
              <a:t>1/29/2022</a:t>
            </a:fld>
            <a:endParaRPr lang="en-US"/>
          </a:p>
        </p:txBody>
      </p:sp>
      <p:sp>
        <p:nvSpPr>
          <p:cNvPr id="6" name="Footer Placeholder 5">
            <a:extLst>
              <a:ext uri="{FF2B5EF4-FFF2-40B4-BE49-F238E27FC236}">
                <a16:creationId xmlns:a16="http://schemas.microsoft.com/office/drawing/2014/main" id="{BE92E5FF-7339-45D1-A3E9-A5990E28C0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0AFE82-B4AA-451A-8875-6F1B09489E1E}"/>
              </a:ext>
            </a:extLst>
          </p:cNvPr>
          <p:cNvSpPr>
            <a:spLocks noGrp="1"/>
          </p:cNvSpPr>
          <p:nvPr>
            <p:ph type="sldNum" sz="quarter" idx="12"/>
          </p:nvPr>
        </p:nvSpPr>
        <p:spPr/>
        <p:txBody>
          <a:bodyPr/>
          <a:lstStyle/>
          <a:p>
            <a:fld id="{7A7E991E-64BF-47E2-9E90-5B64348DCA50}" type="slidenum">
              <a:rPr lang="en-US" smtClean="0"/>
              <a:t>‹#›</a:t>
            </a:fld>
            <a:endParaRPr lang="en-US"/>
          </a:p>
        </p:txBody>
      </p:sp>
    </p:spTree>
    <p:extLst>
      <p:ext uri="{BB962C8B-B14F-4D97-AF65-F5344CB8AC3E}">
        <p14:creationId xmlns:p14="http://schemas.microsoft.com/office/powerpoint/2010/main" val="37084992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CDE8D-7EC7-4B89-9FA2-91C2206B12E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DDDAC8D-7A05-4F83-A779-52656EE858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AA4EF3E-8FBF-4165-8992-D19B5E88243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12B3986-B491-44D2-A409-1937896048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D6932AF-60BF-41CB-A443-0C3FD029A6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31DB049-545F-4110-BD58-820CE99A3B7C}"/>
              </a:ext>
            </a:extLst>
          </p:cNvPr>
          <p:cNvSpPr>
            <a:spLocks noGrp="1"/>
          </p:cNvSpPr>
          <p:nvPr>
            <p:ph type="dt" sz="half" idx="10"/>
          </p:nvPr>
        </p:nvSpPr>
        <p:spPr/>
        <p:txBody>
          <a:bodyPr/>
          <a:lstStyle/>
          <a:p>
            <a:fld id="{6E63642B-7E9B-4264-8C12-EC109642A7A5}" type="datetimeFigureOut">
              <a:rPr lang="en-US" smtClean="0"/>
              <a:t>1/29/2022</a:t>
            </a:fld>
            <a:endParaRPr lang="en-US"/>
          </a:p>
        </p:txBody>
      </p:sp>
      <p:sp>
        <p:nvSpPr>
          <p:cNvPr id="8" name="Footer Placeholder 7">
            <a:extLst>
              <a:ext uri="{FF2B5EF4-FFF2-40B4-BE49-F238E27FC236}">
                <a16:creationId xmlns:a16="http://schemas.microsoft.com/office/drawing/2014/main" id="{F6D04EDD-5226-423E-ADD6-0F9A8E5304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1D3FC69-15DC-4026-A293-731666A2F844}"/>
              </a:ext>
            </a:extLst>
          </p:cNvPr>
          <p:cNvSpPr>
            <a:spLocks noGrp="1"/>
          </p:cNvSpPr>
          <p:nvPr>
            <p:ph type="sldNum" sz="quarter" idx="12"/>
          </p:nvPr>
        </p:nvSpPr>
        <p:spPr/>
        <p:txBody>
          <a:bodyPr/>
          <a:lstStyle/>
          <a:p>
            <a:fld id="{7A7E991E-64BF-47E2-9E90-5B64348DCA50}" type="slidenum">
              <a:rPr lang="en-US" smtClean="0"/>
              <a:t>‹#›</a:t>
            </a:fld>
            <a:endParaRPr lang="en-US"/>
          </a:p>
        </p:txBody>
      </p:sp>
    </p:spTree>
    <p:extLst>
      <p:ext uri="{BB962C8B-B14F-4D97-AF65-F5344CB8AC3E}">
        <p14:creationId xmlns:p14="http://schemas.microsoft.com/office/powerpoint/2010/main" val="796386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5B547-D0E1-41FE-B68A-6FBDEB72875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D221176-B507-43AD-A5B1-40319910628B}"/>
              </a:ext>
            </a:extLst>
          </p:cNvPr>
          <p:cNvSpPr>
            <a:spLocks noGrp="1"/>
          </p:cNvSpPr>
          <p:nvPr>
            <p:ph type="dt" sz="half" idx="10"/>
          </p:nvPr>
        </p:nvSpPr>
        <p:spPr/>
        <p:txBody>
          <a:bodyPr/>
          <a:lstStyle/>
          <a:p>
            <a:fld id="{6E63642B-7E9B-4264-8C12-EC109642A7A5}" type="datetimeFigureOut">
              <a:rPr lang="en-US" smtClean="0"/>
              <a:t>1/29/2022</a:t>
            </a:fld>
            <a:endParaRPr lang="en-US"/>
          </a:p>
        </p:txBody>
      </p:sp>
      <p:sp>
        <p:nvSpPr>
          <p:cNvPr id="4" name="Footer Placeholder 3">
            <a:extLst>
              <a:ext uri="{FF2B5EF4-FFF2-40B4-BE49-F238E27FC236}">
                <a16:creationId xmlns:a16="http://schemas.microsoft.com/office/drawing/2014/main" id="{BCF38E35-CD6E-4502-838E-5CEBE236D61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0D8D68A-5880-4306-AE19-BB4F5BCE1AF6}"/>
              </a:ext>
            </a:extLst>
          </p:cNvPr>
          <p:cNvSpPr>
            <a:spLocks noGrp="1"/>
          </p:cNvSpPr>
          <p:nvPr>
            <p:ph type="sldNum" sz="quarter" idx="12"/>
          </p:nvPr>
        </p:nvSpPr>
        <p:spPr/>
        <p:txBody>
          <a:bodyPr/>
          <a:lstStyle/>
          <a:p>
            <a:fld id="{7A7E991E-64BF-47E2-9E90-5B64348DCA50}" type="slidenum">
              <a:rPr lang="en-US" smtClean="0"/>
              <a:t>‹#›</a:t>
            </a:fld>
            <a:endParaRPr lang="en-US"/>
          </a:p>
        </p:txBody>
      </p:sp>
    </p:spTree>
    <p:extLst>
      <p:ext uri="{BB962C8B-B14F-4D97-AF65-F5344CB8AC3E}">
        <p14:creationId xmlns:p14="http://schemas.microsoft.com/office/powerpoint/2010/main" val="2696494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77BECD-4A41-4700-8DC1-1F687923903F}"/>
              </a:ext>
            </a:extLst>
          </p:cNvPr>
          <p:cNvSpPr>
            <a:spLocks noGrp="1"/>
          </p:cNvSpPr>
          <p:nvPr>
            <p:ph type="dt" sz="half" idx="10"/>
          </p:nvPr>
        </p:nvSpPr>
        <p:spPr/>
        <p:txBody>
          <a:bodyPr/>
          <a:lstStyle/>
          <a:p>
            <a:fld id="{6E63642B-7E9B-4264-8C12-EC109642A7A5}" type="datetimeFigureOut">
              <a:rPr lang="en-US" smtClean="0"/>
              <a:t>1/29/2022</a:t>
            </a:fld>
            <a:endParaRPr lang="en-US"/>
          </a:p>
        </p:txBody>
      </p:sp>
      <p:sp>
        <p:nvSpPr>
          <p:cNvPr id="3" name="Footer Placeholder 2">
            <a:extLst>
              <a:ext uri="{FF2B5EF4-FFF2-40B4-BE49-F238E27FC236}">
                <a16:creationId xmlns:a16="http://schemas.microsoft.com/office/drawing/2014/main" id="{D08C9D84-7CE3-4D91-BB5D-524BE28E417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74431D3-CB2C-4D62-930C-079E3C95F91F}"/>
              </a:ext>
            </a:extLst>
          </p:cNvPr>
          <p:cNvSpPr>
            <a:spLocks noGrp="1"/>
          </p:cNvSpPr>
          <p:nvPr>
            <p:ph type="sldNum" sz="quarter" idx="12"/>
          </p:nvPr>
        </p:nvSpPr>
        <p:spPr/>
        <p:txBody>
          <a:bodyPr/>
          <a:lstStyle/>
          <a:p>
            <a:fld id="{7A7E991E-64BF-47E2-9E90-5B64348DCA50}" type="slidenum">
              <a:rPr lang="en-US" smtClean="0"/>
              <a:t>‹#›</a:t>
            </a:fld>
            <a:endParaRPr lang="en-US"/>
          </a:p>
        </p:txBody>
      </p:sp>
    </p:spTree>
    <p:extLst>
      <p:ext uri="{BB962C8B-B14F-4D97-AF65-F5344CB8AC3E}">
        <p14:creationId xmlns:p14="http://schemas.microsoft.com/office/powerpoint/2010/main" val="10558687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81672-A2A8-405E-9EDD-40403D9AA7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26D06A9-0FBE-4252-959F-1CBF43C866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2F1F8BF-E7A7-4BB8-9366-91814D2CDF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83D6B7-8223-4FDA-A4EB-A5DAF8B894AE}"/>
              </a:ext>
            </a:extLst>
          </p:cNvPr>
          <p:cNvSpPr>
            <a:spLocks noGrp="1"/>
          </p:cNvSpPr>
          <p:nvPr>
            <p:ph type="dt" sz="half" idx="10"/>
          </p:nvPr>
        </p:nvSpPr>
        <p:spPr/>
        <p:txBody>
          <a:bodyPr/>
          <a:lstStyle/>
          <a:p>
            <a:fld id="{6E63642B-7E9B-4264-8C12-EC109642A7A5}" type="datetimeFigureOut">
              <a:rPr lang="en-US" smtClean="0"/>
              <a:t>1/29/2022</a:t>
            </a:fld>
            <a:endParaRPr lang="en-US"/>
          </a:p>
        </p:txBody>
      </p:sp>
      <p:sp>
        <p:nvSpPr>
          <p:cNvPr id="6" name="Footer Placeholder 5">
            <a:extLst>
              <a:ext uri="{FF2B5EF4-FFF2-40B4-BE49-F238E27FC236}">
                <a16:creationId xmlns:a16="http://schemas.microsoft.com/office/drawing/2014/main" id="{FAAF04A1-BECF-4954-822C-26E6AF93CD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833F06-7B8F-4787-8E86-35BE0B5352C7}"/>
              </a:ext>
            </a:extLst>
          </p:cNvPr>
          <p:cNvSpPr>
            <a:spLocks noGrp="1"/>
          </p:cNvSpPr>
          <p:nvPr>
            <p:ph type="sldNum" sz="quarter" idx="12"/>
          </p:nvPr>
        </p:nvSpPr>
        <p:spPr/>
        <p:txBody>
          <a:bodyPr/>
          <a:lstStyle/>
          <a:p>
            <a:fld id="{7A7E991E-64BF-47E2-9E90-5B64348DCA50}" type="slidenum">
              <a:rPr lang="en-US" smtClean="0"/>
              <a:t>‹#›</a:t>
            </a:fld>
            <a:endParaRPr lang="en-US"/>
          </a:p>
        </p:txBody>
      </p:sp>
    </p:spTree>
    <p:extLst>
      <p:ext uri="{BB962C8B-B14F-4D97-AF65-F5344CB8AC3E}">
        <p14:creationId xmlns:p14="http://schemas.microsoft.com/office/powerpoint/2010/main" val="8080980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AAEBA-F8EA-4A1D-95F5-4735AED606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1A1F2EE-2E15-4FE2-9C6A-AC8809AA96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DC1C989-F013-40A9-B927-CEFFAD09EF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0E8199-C24E-4B95-A8C5-03F79AFB0250}"/>
              </a:ext>
            </a:extLst>
          </p:cNvPr>
          <p:cNvSpPr>
            <a:spLocks noGrp="1"/>
          </p:cNvSpPr>
          <p:nvPr>
            <p:ph type="dt" sz="half" idx="10"/>
          </p:nvPr>
        </p:nvSpPr>
        <p:spPr/>
        <p:txBody>
          <a:bodyPr/>
          <a:lstStyle/>
          <a:p>
            <a:fld id="{6E63642B-7E9B-4264-8C12-EC109642A7A5}" type="datetimeFigureOut">
              <a:rPr lang="en-US" smtClean="0"/>
              <a:t>1/29/2022</a:t>
            </a:fld>
            <a:endParaRPr lang="en-US"/>
          </a:p>
        </p:txBody>
      </p:sp>
      <p:sp>
        <p:nvSpPr>
          <p:cNvPr id="6" name="Footer Placeholder 5">
            <a:extLst>
              <a:ext uri="{FF2B5EF4-FFF2-40B4-BE49-F238E27FC236}">
                <a16:creationId xmlns:a16="http://schemas.microsoft.com/office/drawing/2014/main" id="{67031E45-3318-49E7-9A77-662F5F1D39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EAC64D-FD05-4477-B963-4CC8896CE54E}"/>
              </a:ext>
            </a:extLst>
          </p:cNvPr>
          <p:cNvSpPr>
            <a:spLocks noGrp="1"/>
          </p:cNvSpPr>
          <p:nvPr>
            <p:ph type="sldNum" sz="quarter" idx="12"/>
          </p:nvPr>
        </p:nvSpPr>
        <p:spPr/>
        <p:txBody>
          <a:bodyPr/>
          <a:lstStyle/>
          <a:p>
            <a:fld id="{7A7E991E-64BF-47E2-9E90-5B64348DCA50}" type="slidenum">
              <a:rPr lang="en-US" smtClean="0"/>
              <a:t>‹#›</a:t>
            </a:fld>
            <a:endParaRPr lang="en-US"/>
          </a:p>
        </p:txBody>
      </p:sp>
    </p:spTree>
    <p:extLst>
      <p:ext uri="{BB962C8B-B14F-4D97-AF65-F5344CB8AC3E}">
        <p14:creationId xmlns:p14="http://schemas.microsoft.com/office/powerpoint/2010/main" val="40132893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9049A-D58A-49B9-A3B4-A47B286C32E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F6D6112-206F-4BCD-80A0-8CD2E6E87D5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98AA61-FCC2-4F99-B360-94B88EBEBAAD}"/>
              </a:ext>
            </a:extLst>
          </p:cNvPr>
          <p:cNvSpPr>
            <a:spLocks noGrp="1"/>
          </p:cNvSpPr>
          <p:nvPr>
            <p:ph type="dt" sz="half" idx="10"/>
          </p:nvPr>
        </p:nvSpPr>
        <p:spPr/>
        <p:txBody>
          <a:bodyPr/>
          <a:lstStyle/>
          <a:p>
            <a:fld id="{6E63642B-7E9B-4264-8C12-EC109642A7A5}" type="datetimeFigureOut">
              <a:rPr lang="en-US" smtClean="0"/>
              <a:t>1/29/2022</a:t>
            </a:fld>
            <a:endParaRPr lang="en-US"/>
          </a:p>
        </p:txBody>
      </p:sp>
      <p:sp>
        <p:nvSpPr>
          <p:cNvPr id="5" name="Footer Placeholder 4">
            <a:extLst>
              <a:ext uri="{FF2B5EF4-FFF2-40B4-BE49-F238E27FC236}">
                <a16:creationId xmlns:a16="http://schemas.microsoft.com/office/drawing/2014/main" id="{194B8D89-6696-429E-AEB7-D85B7F4C50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4EBFFA-AE79-4116-980C-883478BD501A}"/>
              </a:ext>
            </a:extLst>
          </p:cNvPr>
          <p:cNvSpPr>
            <a:spLocks noGrp="1"/>
          </p:cNvSpPr>
          <p:nvPr>
            <p:ph type="sldNum" sz="quarter" idx="12"/>
          </p:nvPr>
        </p:nvSpPr>
        <p:spPr/>
        <p:txBody>
          <a:bodyPr/>
          <a:lstStyle/>
          <a:p>
            <a:fld id="{7A7E991E-64BF-47E2-9E90-5B64348DCA50}" type="slidenum">
              <a:rPr lang="en-US" smtClean="0"/>
              <a:t>‹#›</a:t>
            </a:fld>
            <a:endParaRPr lang="en-US"/>
          </a:p>
        </p:txBody>
      </p:sp>
    </p:spTree>
    <p:extLst>
      <p:ext uri="{BB962C8B-B14F-4D97-AF65-F5344CB8AC3E}">
        <p14:creationId xmlns:p14="http://schemas.microsoft.com/office/powerpoint/2010/main" val="31484810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EACE44-A1E3-486E-A959-DF126873887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0575012-B2D2-432F-8CBD-EB58D378236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A6A1A6-9D97-4627-B672-CB261F93E01C}"/>
              </a:ext>
            </a:extLst>
          </p:cNvPr>
          <p:cNvSpPr>
            <a:spLocks noGrp="1"/>
          </p:cNvSpPr>
          <p:nvPr>
            <p:ph type="dt" sz="half" idx="10"/>
          </p:nvPr>
        </p:nvSpPr>
        <p:spPr/>
        <p:txBody>
          <a:bodyPr/>
          <a:lstStyle/>
          <a:p>
            <a:fld id="{6E63642B-7E9B-4264-8C12-EC109642A7A5}" type="datetimeFigureOut">
              <a:rPr lang="en-US" smtClean="0"/>
              <a:t>1/29/2022</a:t>
            </a:fld>
            <a:endParaRPr lang="en-US"/>
          </a:p>
        </p:txBody>
      </p:sp>
      <p:sp>
        <p:nvSpPr>
          <p:cNvPr id="5" name="Footer Placeholder 4">
            <a:extLst>
              <a:ext uri="{FF2B5EF4-FFF2-40B4-BE49-F238E27FC236}">
                <a16:creationId xmlns:a16="http://schemas.microsoft.com/office/drawing/2014/main" id="{4DB1EC14-3419-48E0-B20B-EA9C4BBD9F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4EAF5F-D4F2-4AF1-B220-CCD74604030C}"/>
              </a:ext>
            </a:extLst>
          </p:cNvPr>
          <p:cNvSpPr>
            <a:spLocks noGrp="1"/>
          </p:cNvSpPr>
          <p:nvPr>
            <p:ph type="sldNum" sz="quarter" idx="12"/>
          </p:nvPr>
        </p:nvSpPr>
        <p:spPr/>
        <p:txBody>
          <a:bodyPr/>
          <a:lstStyle/>
          <a:p>
            <a:fld id="{7A7E991E-64BF-47E2-9E90-5B64348DCA50}" type="slidenum">
              <a:rPr lang="en-US" smtClean="0"/>
              <a:t>‹#›</a:t>
            </a:fld>
            <a:endParaRPr lang="en-US"/>
          </a:p>
        </p:txBody>
      </p:sp>
    </p:spTree>
    <p:extLst>
      <p:ext uri="{BB962C8B-B14F-4D97-AF65-F5344CB8AC3E}">
        <p14:creationId xmlns:p14="http://schemas.microsoft.com/office/powerpoint/2010/main" val="16643114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A000F12-3CBC-4506-B152-FCAB0449F2B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CFA3D58-507B-4F6B-8A10-4655E12351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8C034A-7E96-4EA4-99AB-E17E0E041F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63642B-7E9B-4264-8C12-EC109642A7A5}" type="datetimeFigureOut">
              <a:rPr lang="en-US" smtClean="0"/>
              <a:t>1/29/2022</a:t>
            </a:fld>
            <a:endParaRPr lang="en-US"/>
          </a:p>
        </p:txBody>
      </p:sp>
      <p:sp>
        <p:nvSpPr>
          <p:cNvPr id="5" name="Footer Placeholder 4">
            <a:extLst>
              <a:ext uri="{FF2B5EF4-FFF2-40B4-BE49-F238E27FC236}">
                <a16:creationId xmlns:a16="http://schemas.microsoft.com/office/drawing/2014/main" id="{59B76613-3BE5-4A05-8EF3-E6B053CFF5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AB91B99-7A7A-4A29-AC0E-60791DAA1C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7E991E-64BF-47E2-9E90-5B64348DCA50}" type="slidenum">
              <a:rPr lang="en-US" smtClean="0"/>
              <a:t>‹#›</a:t>
            </a:fld>
            <a:endParaRPr lang="en-US"/>
          </a:p>
        </p:txBody>
      </p:sp>
    </p:spTree>
    <p:extLst>
      <p:ext uri="{BB962C8B-B14F-4D97-AF65-F5344CB8AC3E}">
        <p14:creationId xmlns:p14="http://schemas.microsoft.com/office/powerpoint/2010/main" val="7956272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DC0D5-17E0-465D-B461-227E563CF94E}"/>
              </a:ext>
            </a:extLst>
          </p:cNvPr>
          <p:cNvSpPr>
            <a:spLocks noGrp="1"/>
          </p:cNvSpPr>
          <p:nvPr>
            <p:ph type="ctrTitle"/>
          </p:nvPr>
        </p:nvSpPr>
        <p:spPr>
          <a:xfrm>
            <a:off x="1111876" y="759854"/>
            <a:ext cx="9144000" cy="3606084"/>
          </a:xfrm>
        </p:spPr>
        <p:txBody>
          <a:bodyPr>
            <a:normAutofit fontScale="90000"/>
          </a:bodyPr>
          <a:lstStyle/>
          <a:p>
            <a:r>
              <a:rPr lang="en-US" sz="7200" dirty="0">
                <a:latin typeface="Times New Roman" panose="02020603050405020304" pitchFamily="18" charset="0"/>
                <a:cs typeface="Times New Roman" panose="02020603050405020304" pitchFamily="18" charset="0"/>
              </a:rPr>
              <a:t>Bike Servicing Tracker</a:t>
            </a:r>
            <a:br>
              <a:rPr lang="en-US" sz="7200" dirty="0">
                <a:latin typeface="Times New Roman" panose="02020603050405020304" pitchFamily="18" charset="0"/>
                <a:cs typeface="Times New Roman" panose="02020603050405020304" pitchFamily="18" charset="0"/>
              </a:rPr>
            </a:br>
            <a:br>
              <a:rPr lang="en-US" sz="7200" dirty="0">
                <a:latin typeface="Times New Roman" panose="02020603050405020304" pitchFamily="18" charset="0"/>
                <a:cs typeface="Times New Roman" panose="02020603050405020304" pitchFamily="18" charset="0"/>
              </a:rPr>
            </a:br>
            <a:r>
              <a:rPr lang="pt-BR" sz="2800" dirty="0">
                <a:latin typeface="Times New Roman" panose="02020603050405020304" pitchFamily="18" charset="0"/>
                <a:cs typeface="Times New Roman" panose="02020603050405020304" pitchFamily="18" charset="0"/>
              </a:rPr>
              <a:t>( B C A - 6th - S E M E S T E R )</a:t>
            </a:r>
            <a:br>
              <a:rPr lang="en-US" sz="2800" dirty="0">
                <a:latin typeface="Times New Roman" panose="02020603050405020304" pitchFamily="18" charset="0"/>
                <a:cs typeface="Times New Roman" panose="02020603050405020304" pitchFamily="18" charset="0"/>
              </a:rPr>
            </a:br>
            <a:r>
              <a:rPr lang="pt-BR" sz="2800" dirty="0">
                <a:latin typeface="Times New Roman" panose="02020603050405020304" pitchFamily="18" charset="0"/>
                <a:cs typeface="Times New Roman" panose="02020603050405020304" pitchFamily="18" charset="0"/>
              </a:rPr>
              <a:t>A A D I M N A T I O N A L C O L L E G E</a:t>
            </a:r>
            <a:br>
              <a:rPr lang="en-US" sz="2800" dirty="0">
                <a:latin typeface="Times New Roman" panose="02020603050405020304" pitchFamily="18" charset="0"/>
                <a:cs typeface="Times New Roman" panose="02020603050405020304" pitchFamily="18" charset="0"/>
              </a:rPr>
            </a:br>
            <a:endParaRPr lang="en-US" sz="66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2FE29AF4-FE00-4B7F-859A-180F3CDFB853}"/>
              </a:ext>
            </a:extLst>
          </p:cNvPr>
          <p:cNvSpPr>
            <a:spLocks noGrp="1"/>
          </p:cNvSpPr>
          <p:nvPr>
            <p:ph type="subTitle" idx="1"/>
          </p:nvPr>
        </p:nvSpPr>
        <p:spPr>
          <a:xfrm>
            <a:off x="1820214" y="4658105"/>
            <a:ext cx="9144000" cy="1655762"/>
          </a:xfrm>
        </p:spPr>
        <p:txBody>
          <a:bodyPr>
            <a:normAutofit/>
          </a:bodyPr>
          <a:lstStyle/>
          <a:p>
            <a:pPr algn="r"/>
            <a:r>
              <a:rPr lang="en-US" sz="2800" b="1" dirty="0">
                <a:latin typeface="Times New Roman" panose="02020603050405020304" pitchFamily="18" charset="0"/>
                <a:cs typeface="Times New Roman" panose="02020603050405020304" pitchFamily="18" charset="0"/>
              </a:rPr>
              <a:t>Presented by:</a:t>
            </a:r>
            <a:endParaRPr lang="en-US" dirty="0">
              <a:latin typeface="Times New Roman" panose="02020603050405020304" pitchFamily="18" charset="0"/>
              <a:cs typeface="Times New Roman" panose="02020603050405020304" pitchFamily="18" charset="0"/>
            </a:endParaRPr>
          </a:p>
          <a:p>
            <a:pPr algn="r"/>
            <a:r>
              <a:rPr lang="en-US" dirty="0">
                <a:latin typeface="Times New Roman" panose="02020603050405020304" pitchFamily="18" charset="0"/>
                <a:cs typeface="Times New Roman" panose="02020603050405020304" pitchFamily="18" charset="0"/>
              </a:rPr>
              <a:t>Ngima Sherpa (07)</a:t>
            </a:r>
          </a:p>
          <a:p>
            <a:pPr algn="r"/>
            <a:r>
              <a:rPr lang="en-US" dirty="0">
                <a:latin typeface="Times New Roman" panose="02020603050405020304" pitchFamily="18" charset="0"/>
                <a:cs typeface="Times New Roman" panose="02020603050405020304" pitchFamily="18" charset="0"/>
              </a:rPr>
              <a:t>Date:30</a:t>
            </a:r>
            <a:r>
              <a:rPr lang="en-US" baseline="30000" dirty="0">
                <a:latin typeface="Times New Roman" panose="02020603050405020304" pitchFamily="18" charset="0"/>
                <a:cs typeface="Times New Roman" panose="02020603050405020304" pitchFamily="18" charset="0"/>
              </a:rPr>
              <a:t>th</a:t>
            </a:r>
            <a:r>
              <a:rPr lang="en-US" dirty="0">
                <a:latin typeface="Times New Roman" panose="02020603050405020304" pitchFamily="18" charset="0"/>
                <a:cs typeface="Times New Roman" panose="02020603050405020304" pitchFamily="18" charset="0"/>
              </a:rPr>
              <a:t> Jan 2022</a:t>
            </a:r>
          </a:p>
        </p:txBody>
      </p:sp>
    </p:spTree>
    <p:extLst>
      <p:ext uri="{BB962C8B-B14F-4D97-AF65-F5344CB8AC3E}">
        <p14:creationId xmlns:p14="http://schemas.microsoft.com/office/powerpoint/2010/main" val="954015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6A014-EA56-4FCB-A49A-CF438FA6CEB5}"/>
              </a:ext>
            </a:extLst>
          </p:cNvPr>
          <p:cNvSpPr>
            <a:spLocks noGrp="1"/>
          </p:cNvSpPr>
          <p:nvPr>
            <p:ph type="title"/>
          </p:nvPr>
        </p:nvSpPr>
        <p:spPr>
          <a:xfrm>
            <a:off x="838200" y="676396"/>
            <a:ext cx="10515600" cy="1325563"/>
          </a:xfrm>
        </p:spPr>
        <p:txBody>
          <a:bodyPr>
            <a:normAutofit fontScale="90000"/>
          </a:bodyPr>
          <a:lstStyle/>
          <a:p>
            <a:r>
              <a:rPr lang="en-US" sz="5300" b="1" dirty="0">
                <a:latin typeface="Times New Roman" panose="02020603050405020304" pitchFamily="18" charset="0"/>
                <a:cs typeface="Times New Roman" panose="02020603050405020304" pitchFamily="18" charset="0"/>
              </a:rPr>
              <a:t>Introduction</a:t>
            </a:r>
            <a:br>
              <a:rPr lang="en-US" sz="4800" dirty="0">
                <a:latin typeface="Times New Roman" panose="02020603050405020304" pitchFamily="18" charset="0"/>
                <a:cs typeface="Times New Roman" panose="02020603050405020304" pitchFamily="18" charset="0"/>
              </a:rPr>
            </a:br>
            <a:endParaRPr lang="en-US" sz="4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B2E3914-38DD-4CBD-89F8-B70144960BA7}"/>
              </a:ext>
            </a:extLst>
          </p:cNvPr>
          <p:cNvSpPr>
            <a:spLocks noGrp="1"/>
          </p:cNvSpPr>
          <p:nvPr>
            <p:ph idx="1"/>
          </p:nvPr>
        </p:nvSpPr>
        <p:spPr>
          <a:xfrm>
            <a:off x="1442434" y="2001959"/>
            <a:ext cx="9911366" cy="3537683"/>
          </a:xfrm>
        </p:spPr>
        <p:txBody>
          <a:bodyPr>
            <a:normAutofit/>
          </a:bodyPr>
          <a:lstStyle/>
          <a:p>
            <a:r>
              <a:rPr lang="en-US" dirty="0">
                <a:latin typeface="Times New Roman" panose="02020603050405020304" pitchFamily="18" charset="0"/>
                <a:cs typeface="Times New Roman" panose="02020603050405020304" pitchFamily="18" charset="0"/>
              </a:rPr>
              <a:t>Web based application developed in Java EE and  MYSQL</a:t>
            </a:r>
          </a:p>
          <a:p>
            <a:r>
              <a:rPr lang="en-US" dirty="0">
                <a:latin typeface="Times New Roman" panose="02020603050405020304" pitchFamily="18" charset="0"/>
                <a:cs typeface="Times New Roman" panose="02020603050405020304" pitchFamily="18" charset="0"/>
              </a:rPr>
              <a:t>Can  Online booking, View service details, Manage customer details, Check upcoming servicing,  </a:t>
            </a:r>
            <a:r>
              <a:rPr lang="en-US" sz="2800" dirty="0">
                <a:latin typeface="Times New Roman" panose="02020603050405020304" pitchFamily="18" charset="0"/>
                <a:cs typeface="Times New Roman" panose="02020603050405020304" pitchFamily="18" charset="0"/>
              </a:rPr>
              <a:t>pick and drop, View parts price, Check stock, received Feedback and view weekly monthly report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Business to Consumer (B2C)</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00838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1A97D-5DBA-4581-9423-ECC856BD4601}"/>
              </a:ext>
            </a:extLst>
          </p:cNvPr>
          <p:cNvSpPr>
            <a:spLocks noGrp="1"/>
          </p:cNvSpPr>
          <p:nvPr>
            <p:ph type="ctrTitle"/>
          </p:nvPr>
        </p:nvSpPr>
        <p:spPr>
          <a:xfrm>
            <a:off x="841420" y="993574"/>
            <a:ext cx="9144000" cy="745074"/>
          </a:xfrm>
        </p:spPr>
        <p:txBody>
          <a:bodyPr>
            <a:normAutofit fontScale="90000"/>
          </a:bodyPr>
          <a:lstStyle/>
          <a:p>
            <a:pPr algn="l"/>
            <a:r>
              <a:rPr lang="en-US" dirty="0"/>
              <a:t> </a:t>
            </a:r>
            <a:r>
              <a:rPr lang="en-US" sz="5300" b="1" dirty="0">
                <a:latin typeface="Times New Roman" panose="02020603050405020304" pitchFamily="18" charset="0"/>
                <a:cs typeface="Times New Roman" panose="02020603050405020304" pitchFamily="18" charset="0"/>
              </a:rPr>
              <a:t>Existing Problem</a:t>
            </a:r>
          </a:p>
        </p:txBody>
      </p:sp>
      <p:sp>
        <p:nvSpPr>
          <p:cNvPr id="3" name="Subtitle 2">
            <a:extLst>
              <a:ext uri="{FF2B5EF4-FFF2-40B4-BE49-F238E27FC236}">
                <a16:creationId xmlns:a16="http://schemas.microsoft.com/office/drawing/2014/main" id="{84B253A0-2FD3-49B9-B0C3-5EE9193FD7F9}"/>
              </a:ext>
            </a:extLst>
          </p:cNvPr>
          <p:cNvSpPr>
            <a:spLocks noGrp="1"/>
          </p:cNvSpPr>
          <p:nvPr>
            <p:ph type="subTitle" idx="1"/>
          </p:nvPr>
        </p:nvSpPr>
        <p:spPr>
          <a:xfrm>
            <a:off x="1524000" y="2060620"/>
            <a:ext cx="9144000" cy="3902298"/>
          </a:xfrm>
        </p:spPr>
        <p:txBody>
          <a:bodyPr>
            <a:normAutofit/>
          </a:bodyPr>
          <a:lstStyle/>
          <a:p>
            <a:pPr marL="342900" indent="-342900" algn="l">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Customer can’t view old servicing details</a:t>
            </a:r>
          </a:p>
          <a:p>
            <a:pPr marL="342900" indent="-342900" algn="l">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Customer can’t book online for servicing</a:t>
            </a:r>
          </a:p>
          <a:p>
            <a:pPr marL="342900" indent="-342900" algn="l">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Customer can’t get emergency services</a:t>
            </a:r>
          </a:p>
          <a:p>
            <a:pPr marL="342900" indent="-342900" algn="l">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Customer can’t get email notification for servicing alert</a:t>
            </a:r>
          </a:p>
          <a:p>
            <a:pPr marL="342900" indent="-342900" algn="l">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Customer can’t send request for pick and drop</a:t>
            </a:r>
          </a:p>
          <a:p>
            <a:pPr marL="342900" indent="-342900" algn="l">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Not user friendly.</a:t>
            </a:r>
          </a:p>
        </p:txBody>
      </p:sp>
    </p:spTree>
    <p:extLst>
      <p:ext uri="{BB962C8B-B14F-4D97-AF65-F5344CB8AC3E}">
        <p14:creationId xmlns:p14="http://schemas.microsoft.com/office/powerpoint/2010/main" val="16196763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66539-7B16-45FA-B31F-0453F7822358}"/>
              </a:ext>
            </a:extLst>
          </p:cNvPr>
          <p:cNvSpPr>
            <a:spLocks noGrp="1"/>
          </p:cNvSpPr>
          <p:nvPr>
            <p:ph type="ctrTitle"/>
          </p:nvPr>
        </p:nvSpPr>
        <p:spPr>
          <a:xfrm>
            <a:off x="901521" y="553792"/>
            <a:ext cx="9766479" cy="1249250"/>
          </a:xfrm>
        </p:spPr>
        <p:txBody>
          <a:bodyPr>
            <a:normAutofit/>
          </a:bodyPr>
          <a:lstStyle/>
          <a:p>
            <a:pPr algn="l"/>
            <a:r>
              <a:rPr lang="en-US" sz="4800" b="1" dirty="0">
                <a:latin typeface="Times New Roman" panose="02020603050405020304" pitchFamily="18" charset="0"/>
                <a:ea typeface="Tahoma" panose="020B0604030504040204" pitchFamily="34" charset="0"/>
                <a:cs typeface="Times New Roman" panose="02020603050405020304" pitchFamily="18" charset="0"/>
              </a:rPr>
              <a:t>Objectives</a:t>
            </a:r>
            <a:endParaRPr lang="en-US" sz="4800" dirty="0"/>
          </a:p>
        </p:txBody>
      </p:sp>
      <p:sp>
        <p:nvSpPr>
          <p:cNvPr id="3" name="Subtitle 2">
            <a:extLst>
              <a:ext uri="{FF2B5EF4-FFF2-40B4-BE49-F238E27FC236}">
                <a16:creationId xmlns:a16="http://schemas.microsoft.com/office/drawing/2014/main" id="{95C2C210-305D-4CCD-A0BC-48D8373CAEAF}"/>
              </a:ext>
            </a:extLst>
          </p:cNvPr>
          <p:cNvSpPr>
            <a:spLocks noGrp="1"/>
          </p:cNvSpPr>
          <p:nvPr>
            <p:ph type="subTitle" idx="1"/>
          </p:nvPr>
        </p:nvSpPr>
        <p:spPr>
          <a:xfrm>
            <a:off x="2112134" y="1931831"/>
            <a:ext cx="8555865" cy="3915177"/>
          </a:xfrm>
        </p:spPr>
        <p:txBody>
          <a:bodyPr>
            <a:normAutofit lnSpcReduction="10000"/>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sz="2800" dirty="0">
              <a:solidFill>
                <a:prstClr val="black"/>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The main objective of this project is as follows.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tabLst/>
              <a:defRPr/>
            </a:pP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To Store repair and maintenance data</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tabLst/>
              <a:defRPr/>
            </a:pP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To Improve Customers' Experience</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tabLst/>
              <a:defRPr/>
            </a:pP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To Increase Revenue</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tabLst/>
              <a:defRPr/>
            </a:pP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To save the time</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tabLst/>
              <a:defRPr/>
            </a:pP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To minimize the number of staff</a:t>
            </a:r>
            <a:endParaRPr lang="en-US" dirty="0"/>
          </a:p>
        </p:txBody>
      </p:sp>
    </p:spTree>
    <p:extLst>
      <p:ext uri="{BB962C8B-B14F-4D97-AF65-F5344CB8AC3E}">
        <p14:creationId xmlns:p14="http://schemas.microsoft.com/office/powerpoint/2010/main" val="13825729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3EE5D-FB60-4FD9-BFD8-92662978062F}"/>
              </a:ext>
            </a:extLst>
          </p:cNvPr>
          <p:cNvSpPr>
            <a:spLocks noGrp="1"/>
          </p:cNvSpPr>
          <p:nvPr>
            <p:ph type="title"/>
          </p:nvPr>
        </p:nvSpPr>
        <p:spPr>
          <a:xfrm>
            <a:off x="838200" y="365126"/>
            <a:ext cx="10515600" cy="626548"/>
          </a:xfrm>
        </p:spPr>
        <p:txBody>
          <a:bodyPr>
            <a:noAutofit/>
          </a:bodyPr>
          <a:lstStyle/>
          <a:p>
            <a:r>
              <a:rPr lang="en-US" sz="4800" b="1" dirty="0">
                <a:latin typeface="Times New Roman" panose="02020603050405020304" pitchFamily="18" charset="0"/>
                <a:cs typeface="Times New Roman" panose="02020603050405020304" pitchFamily="18" charset="0"/>
              </a:rPr>
              <a:t>Features</a:t>
            </a:r>
          </a:p>
        </p:txBody>
      </p:sp>
      <p:sp>
        <p:nvSpPr>
          <p:cNvPr id="3" name="Content Placeholder 2">
            <a:extLst>
              <a:ext uri="{FF2B5EF4-FFF2-40B4-BE49-F238E27FC236}">
                <a16:creationId xmlns:a16="http://schemas.microsoft.com/office/drawing/2014/main" id="{525B693E-E3DA-4C79-9AED-C8F3C9BB79C6}"/>
              </a:ext>
            </a:extLst>
          </p:cNvPr>
          <p:cNvSpPr>
            <a:spLocks noGrp="1"/>
          </p:cNvSpPr>
          <p:nvPr>
            <p:ph idx="1"/>
          </p:nvPr>
        </p:nvSpPr>
        <p:spPr>
          <a:xfrm>
            <a:off x="838200" y="1339402"/>
            <a:ext cx="10515600" cy="5518598"/>
          </a:xfrm>
        </p:spPr>
        <p:txBody>
          <a:bodyPr>
            <a:normAutofit lnSpcReduction="10000"/>
          </a:bodyPr>
          <a:lstStyle/>
          <a:p>
            <a:pPr lvl="1">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Customer can book for bike servicing online</a:t>
            </a:r>
          </a:p>
          <a:p>
            <a:pPr lvl="1">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Customer can send request for pick and drop</a:t>
            </a:r>
          </a:p>
          <a:p>
            <a:pPr lvl="1">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Customer can send request for emergencies service</a:t>
            </a:r>
          </a:p>
          <a:p>
            <a:pPr lvl="1">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Customer can view bike servicing record history</a:t>
            </a:r>
          </a:p>
          <a:p>
            <a:pPr lvl="1">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Customer can view profile</a:t>
            </a:r>
          </a:p>
          <a:p>
            <a:pPr lvl="1">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Customer can get various offer through email</a:t>
            </a:r>
          </a:p>
          <a:p>
            <a:pPr lvl="1">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Customer can email notification</a:t>
            </a:r>
          </a:p>
          <a:p>
            <a:pPr lvl="1">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Customer can get servicing alert</a:t>
            </a:r>
          </a:p>
        </p:txBody>
      </p:sp>
    </p:spTree>
    <p:extLst>
      <p:ext uri="{BB962C8B-B14F-4D97-AF65-F5344CB8AC3E}">
        <p14:creationId xmlns:p14="http://schemas.microsoft.com/office/powerpoint/2010/main" val="15924077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81B37-55E5-4198-BF66-A8AB9F750789}"/>
              </a:ext>
            </a:extLst>
          </p:cNvPr>
          <p:cNvSpPr>
            <a:spLocks noGrp="1"/>
          </p:cNvSpPr>
          <p:nvPr>
            <p:ph type="title"/>
          </p:nvPr>
        </p:nvSpPr>
        <p:spPr>
          <a:xfrm>
            <a:off x="1184855" y="226095"/>
            <a:ext cx="9898487" cy="909883"/>
          </a:xfrm>
        </p:spPr>
        <p:txBody>
          <a:bodyPr>
            <a:normAutofit/>
          </a:bodyPr>
          <a:lstStyle/>
          <a:p>
            <a:r>
              <a:rPr lang="en-US" sz="4800" b="1" dirty="0">
                <a:latin typeface="Times New Roman" panose="02020603050405020304" pitchFamily="18" charset="0"/>
                <a:cs typeface="Times New Roman" panose="02020603050405020304" pitchFamily="18" charset="0"/>
              </a:rPr>
              <a:t>Features</a:t>
            </a:r>
            <a:endParaRPr lang="en-US" sz="4800" dirty="0"/>
          </a:p>
        </p:txBody>
      </p:sp>
      <p:sp>
        <p:nvSpPr>
          <p:cNvPr id="3" name="Content Placeholder 2">
            <a:extLst>
              <a:ext uri="{FF2B5EF4-FFF2-40B4-BE49-F238E27FC236}">
                <a16:creationId xmlns:a16="http://schemas.microsoft.com/office/drawing/2014/main" id="{1EF3E7E1-5D1B-4840-96B1-07D769011A62}"/>
              </a:ext>
            </a:extLst>
          </p:cNvPr>
          <p:cNvSpPr>
            <a:spLocks noGrp="1"/>
          </p:cNvSpPr>
          <p:nvPr>
            <p:ph idx="1"/>
          </p:nvPr>
        </p:nvSpPr>
        <p:spPr>
          <a:xfrm>
            <a:off x="476518" y="1339403"/>
            <a:ext cx="10877282" cy="5531476"/>
          </a:xfrm>
        </p:spPr>
        <p:txBody>
          <a:bodyPr>
            <a:normAutofit fontScale="92500" lnSpcReduction="10000"/>
          </a:bodyPr>
          <a:lstStyle/>
          <a:p>
            <a:pPr lvl="1">
              <a:lnSpc>
                <a:spcPct val="150000"/>
              </a:lnSpc>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Customer can get 10x fast service</a:t>
            </a:r>
          </a:p>
          <a:p>
            <a:pPr lvl="1">
              <a:lnSpc>
                <a:spcPct val="150000"/>
              </a:lnSpc>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Customer can get doorstep servicing (minor fixing)</a:t>
            </a:r>
          </a:p>
          <a:p>
            <a:pPr lvl="1">
              <a:lnSpc>
                <a:spcPct val="150000"/>
              </a:lnSpc>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Customer can make online payment</a:t>
            </a:r>
          </a:p>
          <a:p>
            <a:pPr lvl="1">
              <a:lnSpc>
                <a:spcPct val="150000"/>
              </a:lnSpc>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Customer can give feedback</a:t>
            </a:r>
          </a:p>
          <a:p>
            <a:pPr lvl="1">
              <a:lnSpc>
                <a:spcPct val="150000"/>
              </a:lnSpc>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Service center can manage both bike and user details</a:t>
            </a:r>
            <a:endParaRPr lang="en-US" sz="3200" b="1" dirty="0">
              <a:latin typeface="Times New Roman" panose="02020603050405020304" pitchFamily="18" charset="0"/>
              <a:cs typeface="Times New Roman" panose="02020603050405020304" pitchFamily="18" charset="0"/>
            </a:endParaRPr>
          </a:p>
          <a:p>
            <a:pPr lvl="1">
              <a:lnSpc>
                <a:spcPct val="150000"/>
              </a:lnSpc>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Service center can generate various data (total bike services,     	total booking, total income, total customer, total number of 	booking cancel)</a:t>
            </a:r>
          </a:p>
          <a:p>
            <a:pPr marL="457200" lvl="1" indent="0">
              <a:buNone/>
            </a:pP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8597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910CD-A693-4C4E-8E0A-4A830409B2A4}"/>
              </a:ext>
            </a:extLst>
          </p:cNvPr>
          <p:cNvSpPr>
            <a:spLocks noGrp="1"/>
          </p:cNvSpPr>
          <p:nvPr>
            <p:ph type="ctrTitle"/>
          </p:nvPr>
        </p:nvSpPr>
        <p:spPr>
          <a:xfrm>
            <a:off x="515155" y="141667"/>
            <a:ext cx="9972541" cy="965915"/>
          </a:xfrm>
        </p:spPr>
        <p:txBody>
          <a:bodyPr>
            <a:normAutofit/>
          </a:bodyPr>
          <a:lstStyle/>
          <a:p>
            <a:pPr algn="l"/>
            <a:r>
              <a:rPr lang="en-US" sz="4800" b="1" dirty="0">
                <a:latin typeface="Times New Roman" panose="02020603050405020304" pitchFamily="18" charset="0"/>
                <a:cs typeface="Times New Roman" panose="02020603050405020304" pitchFamily="18" charset="0"/>
              </a:rPr>
              <a:t>Tools and Technology</a:t>
            </a:r>
            <a:endParaRPr lang="en-US" sz="4800" dirty="0"/>
          </a:p>
        </p:txBody>
      </p:sp>
      <p:sp>
        <p:nvSpPr>
          <p:cNvPr id="3" name="Subtitle 2">
            <a:extLst>
              <a:ext uri="{FF2B5EF4-FFF2-40B4-BE49-F238E27FC236}">
                <a16:creationId xmlns:a16="http://schemas.microsoft.com/office/drawing/2014/main" id="{BE2009EE-B819-4E87-ADF5-8A6F668F97ED}"/>
              </a:ext>
            </a:extLst>
          </p:cNvPr>
          <p:cNvSpPr>
            <a:spLocks noGrp="1"/>
          </p:cNvSpPr>
          <p:nvPr>
            <p:ph type="subTitle" idx="1"/>
          </p:nvPr>
        </p:nvSpPr>
        <p:spPr>
          <a:xfrm>
            <a:off x="1120462" y="1262130"/>
            <a:ext cx="9547538" cy="5357611"/>
          </a:xfrm>
        </p:spPr>
        <p:txBody>
          <a:bodyPr>
            <a:normAutofit fontScale="62500" lnSpcReduction="20000"/>
          </a:bodyPr>
          <a:lstStyle/>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tabLst/>
              <a:defRPr/>
            </a:pP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3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Frontend tools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3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Adobe XD 37.0.32.10     </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3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HTML5</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3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CSS3</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3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JavaScript v8 8.9.255.25</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tabLst/>
              <a:defRPr/>
            </a:pP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3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Backend tools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lang="en-US" sz="3800" dirty="0">
                <a:solidFill>
                  <a:prstClr val="black"/>
                </a:solidFill>
                <a:latin typeface="Times New Roman" panose="02020603050405020304" pitchFamily="18" charset="0"/>
                <a:cs typeface="Times New Roman" panose="02020603050405020304" pitchFamily="18" charset="0"/>
              </a:rPr>
              <a:t>Java EE (servlet &amp; </a:t>
            </a:r>
            <a:r>
              <a:rPr lang="en-US" sz="3800" dirty="0" err="1">
                <a:solidFill>
                  <a:prstClr val="black"/>
                </a:solidFill>
                <a:latin typeface="Times New Roman" panose="02020603050405020304" pitchFamily="18" charset="0"/>
                <a:cs typeface="Times New Roman" panose="02020603050405020304" pitchFamily="18" charset="0"/>
              </a:rPr>
              <a:t>jsp</a:t>
            </a:r>
            <a:r>
              <a:rPr lang="en-US" sz="3800" dirty="0">
                <a:solidFill>
                  <a:prstClr val="black"/>
                </a:solidFill>
                <a:latin typeface="Times New Roman" panose="02020603050405020304" pitchFamily="18" charset="0"/>
                <a:cs typeface="Times New Roman" panose="02020603050405020304" pitchFamily="18" charset="0"/>
              </a:rPr>
              <a:t>)</a:t>
            </a:r>
            <a:endParaRPr kumimoji="0" lang="en-US" sz="3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3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MySQL 8.0.22</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tabLst/>
              <a:defRPr/>
            </a:pPr>
            <a:r>
              <a:rPr kumimoji="0" lang="en-US" sz="3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3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Server</a:t>
            </a:r>
          </a:p>
          <a:p>
            <a:pPr lvl="1" algn="l">
              <a:defRPr/>
            </a:pPr>
            <a:r>
              <a:rPr lang="en-US" sz="3400" dirty="0">
                <a:latin typeface="Times New Roman" panose="02020603050405020304" pitchFamily="18" charset="0"/>
                <a:cs typeface="Times New Roman" panose="02020603050405020304" pitchFamily="18" charset="0"/>
              </a:rPr>
              <a:t>Tomcat 8.5.</a:t>
            </a:r>
            <a:endParaRPr kumimoji="0" lang="en-US" sz="3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tabLst/>
              <a:defRPr/>
            </a:pPr>
            <a:r>
              <a:rPr kumimoji="0" lang="en-US" sz="3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Other</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lang="en-US" sz="3800" dirty="0">
                <a:solidFill>
                  <a:prstClr val="black"/>
                </a:solidFill>
                <a:latin typeface="Times New Roman" panose="02020603050405020304" pitchFamily="18" charset="0"/>
                <a:cs typeface="Times New Roman" panose="02020603050405020304" pitchFamily="18" charset="0"/>
              </a:rPr>
              <a:t>Eclipse</a:t>
            </a:r>
            <a:endParaRPr kumimoji="0" lang="en-US" sz="3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3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Git and GitHub</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tabLst/>
              <a:defRPr/>
            </a:pP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3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Methodology</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lang="en-US" sz="3800" dirty="0">
                <a:solidFill>
                  <a:prstClr val="black"/>
                </a:solidFill>
                <a:latin typeface="Times New Roman" panose="02020603050405020304" pitchFamily="18" charset="0"/>
                <a:cs typeface="Times New Roman" panose="02020603050405020304" pitchFamily="18" charset="0"/>
              </a:rPr>
              <a:t>Waterfall model</a:t>
            </a:r>
            <a:endParaRPr lang="en-US" sz="3800" dirty="0"/>
          </a:p>
        </p:txBody>
      </p:sp>
    </p:spTree>
    <p:extLst>
      <p:ext uri="{BB962C8B-B14F-4D97-AF65-F5344CB8AC3E}">
        <p14:creationId xmlns:p14="http://schemas.microsoft.com/office/powerpoint/2010/main" val="5596003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9972A-7F2F-4E42-8B48-A51B8AB809C6}"/>
              </a:ext>
            </a:extLst>
          </p:cNvPr>
          <p:cNvSpPr>
            <a:spLocks noGrp="1"/>
          </p:cNvSpPr>
          <p:nvPr>
            <p:ph type="ctrTitle"/>
          </p:nvPr>
        </p:nvSpPr>
        <p:spPr>
          <a:xfrm>
            <a:off x="734096" y="386366"/>
            <a:ext cx="9933904" cy="901521"/>
          </a:xfrm>
        </p:spPr>
        <p:txBody>
          <a:bodyPr>
            <a:normAutofit/>
          </a:bodyPr>
          <a:lstStyle/>
          <a:p>
            <a:pPr algn="l"/>
            <a:r>
              <a:rPr lang="en-US" sz="4800" b="1" dirty="0">
                <a:latin typeface="Times New Roman" panose="02020603050405020304" pitchFamily="18" charset="0"/>
                <a:cs typeface="Times New Roman" panose="02020603050405020304" pitchFamily="18" charset="0"/>
              </a:rPr>
              <a:t>Requirements</a:t>
            </a:r>
            <a:endParaRPr lang="en-US" sz="4800" dirty="0"/>
          </a:p>
        </p:txBody>
      </p:sp>
      <p:sp>
        <p:nvSpPr>
          <p:cNvPr id="3" name="Subtitle 2">
            <a:extLst>
              <a:ext uri="{FF2B5EF4-FFF2-40B4-BE49-F238E27FC236}">
                <a16:creationId xmlns:a16="http://schemas.microsoft.com/office/drawing/2014/main" id="{E793B933-D8A7-4D15-9047-6440AC020375}"/>
              </a:ext>
            </a:extLst>
          </p:cNvPr>
          <p:cNvSpPr>
            <a:spLocks noGrp="1"/>
          </p:cNvSpPr>
          <p:nvPr>
            <p:ph type="subTitle" idx="1"/>
          </p:nvPr>
        </p:nvSpPr>
        <p:spPr>
          <a:xfrm>
            <a:off x="850006" y="1893194"/>
            <a:ext cx="9817994" cy="4842457"/>
          </a:xfrm>
        </p:spPr>
        <p:txBody>
          <a:bodyPr>
            <a:normAutofit/>
          </a:bodyPr>
          <a:lstStyle/>
          <a:p>
            <a:pPr marL="0" indent="0" algn="l">
              <a:buNone/>
            </a:pPr>
            <a:r>
              <a:rPr lang="en-US" sz="2800" b="1" dirty="0">
                <a:latin typeface="Times New Roman" panose="02020603050405020304" pitchFamily="18" charset="0"/>
                <a:ea typeface="Tahoma" panose="020B0604030504040204" pitchFamily="34" charset="0"/>
                <a:cs typeface="Times New Roman" panose="02020603050405020304" pitchFamily="18" charset="0"/>
              </a:rPr>
              <a:t>Hardware requirements(min.) </a:t>
            </a:r>
          </a:p>
          <a:p>
            <a:pPr lvl="1" algn="l">
              <a:buFont typeface="Wingdings" panose="05000000000000000000" pitchFamily="2" charset="2"/>
              <a:buChar char="Ø"/>
            </a:pPr>
            <a:r>
              <a:rPr lang="en-US" dirty="0">
                <a:latin typeface="Times New Roman" panose="02020603050405020304" pitchFamily="18" charset="0"/>
                <a:ea typeface="Tahoma" panose="020B0604030504040204" pitchFamily="34" charset="0"/>
                <a:cs typeface="Times New Roman" panose="02020603050405020304" pitchFamily="18" charset="0"/>
              </a:rPr>
              <a:t> </a:t>
            </a:r>
            <a:r>
              <a:rPr lang="en-US" sz="2600" dirty="0">
                <a:latin typeface="Times New Roman" panose="02020603050405020304" pitchFamily="18" charset="0"/>
                <a:ea typeface="Tahoma" panose="020B0604030504040204" pitchFamily="34" charset="0"/>
                <a:cs typeface="Times New Roman" panose="02020603050405020304" pitchFamily="18" charset="0"/>
              </a:rPr>
              <a:t>512 MB of RAM </a:t>
            </a:r>
          </a:p>
          <a:p>
            <a:pPr lvl="1" algn="l">
              <a:buFont typeface="Wingdings" panose="05000000000000000000" pitchFamily="2" charset="2"/>
              <a:buChar char="Ø"/>
            </a:pPr>
            <a:r>
              <a:rPr lang="en-US" sz="2600" dirty="0">
                <a:latin typeface="Times New Roman" panose="02020603050405020304" pitchFamily="18" charset="0"/>
                <a:ea typeface="Tahoma" panose="020B0604030504040204" pitchFamily="34" charset="0"/>
                <a:cs typeface="Times New Roman" panose="02020603050405020304" pitchFamily="18" charset="0"/>
              </a:rPr>
              <a:t> Pentium 4 processor or higher</a:t>
            </a:r>
          </a:p>
          <a:p>
            <a:pPr marL="0" indent="0" algn="l">
              <a:buNone/>
            </a:pPr>
            <a:endParaRPr lang="en-US" dirty="0">
              <a:latin typeface="Times New Roman" panose="02020603050405020304" pitchFamily="18" charset="0"/>
              <a:ea typeface="Tahoma" panose="020B0604030504040204" pitchFamily="34" charset="0"/>
              <a:cs typeface="Times New Roman" panose="02020603050405020304" pitchFamily="18" charset="0"/>
            </a:endParaRPr>
          </a:p>
          <a:p>
            <a:pPr marL="0" indent="0" algn="l">
              <a:buNone/>
            </a:pPr>
            <a:r>
              <a:rPr lang="en-US" dirty="0">
                <a:latin typeface="Times New Roman" panose="02020603050405020304" pitchFamily="18" charset="0"/>
                <a:ea typeface="Tahoma" panose="020B0604030504040204" pitchFamily="34" charset="0"/>
                <a:cs typeface="Times New Roman" panose="02020603050405020304" pitchFamily="18" charset="0"/>
              </a:rPr>
              <a:t> </a:t>
            </a:r>
            <a:r>
              <a:rPr lang="en-US" sz="2800" b="1" dirty="0">
                <a:latin typeface="Times New Roman" panose="02020603050405020304" pitchFamily="18" charset="0"/>
                <a:ea typeface="Tahoma" panose="020B0604030504040204" pitchFamily="34" charset="0"/>
                <a:cs typeface="Times New Roman" panose="02020603050405020304" pitchFamily="18" charset="0"/>
              </a:rPr>
              <a:t>Software requirements(min.) </a:t>
            </a:r>
          </a:p>
          <a:p>
            <a:pPr lvl="1" algn="l">
              <a:buFont typeface="Wingdings" panose="05000000000000000000" pitchFamily="2" charset="2"/>
              <a:buChar char="Ø"/>
            </a:pPr>
            <a:r>
              <a:rPr lang="en-US" dirty="0">
                <a:latin typeface="Times New Roman" panose="02020603050405020304" pitchFamily="18" charset="0"/>
                <a:ea typeface="Tahoma" panose="020B0604030504040204" pitchFamily="34" charset="0"/>
                <a:cs typeface="Times New Roman" panose="02020603050405020304" pitchFamily="18" charset="0"/>
              </a:rPr>
              <a:t> </a:t>
            </a:r>
            <a:r>
              <a:rPr lang="en-US" sz="2600" dirty="0">
                <a:latin typeface="Times New Roman" panose="02020603050405020304" pitchFamily="18" charset="0"/>
                <a:ea typeface="Tahoma" panose="020B0604030504040204" pitchFamily="34" charset="0"/>
                <a:cs typeface="Times New Roman" panose="02020603050405020304" pitchFamily="18" charset="0"/>
              </a:rPr>
              <a:t>Operating system : Windows XP or later</a:t>
            </a:r>
          </a:p>
          <a:p>
            <a:pPr lvl="1" algn="l">
              <a:buFont typeface="Wingdings" panose="05000000000000000000" pitchFamily="2" charset="2"/>
              <a:buChar char="Ø"/>
            </a:pPr>
            <a:r>
              <a:rPr lang="en-US" sz="2600" dirty="0">
                <a:latin typeface="Times New Roman" panose="02020603050405020304" pitchFamily="18" charset="0"/>
                <a:ea typeface="Tahoma" panose="020B0604030504040204" pitchFamily="34" charset="0"/>
                <a:cs typeface="Times New Roman" panose="02020603050405020304" pitchFamily="18" charset="0"/>
              </a:rPr>
              <a:t>Web browser (Chrome, Mozilla…)</a:t>
            </a:r>
          </a:p>
          <a:p>
            <a:pPr algn="l"/>
            <a:endParaRPr lang="en-US" dirty="0"/>
          </a:p>
        </p:txBody>
      </p:sp>
    </p:spTree>
    <p:extLst>
      <p:ext uri="{BB962C8B-B14F-4D97-AF65-F5344CB8AC3E}">
        <p14:creationId xmlns:p14="http://schemas.microsoft.com/office/powerpoint/2010/main" val="7509941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375EB-A8D8-4F53-9A94-47711E13909C}"/>
              </a:ext>
            </a:extLst>
          </p:cNvPr>
          <p:cNvSpPr>
            <a:spLocks noGrp="1"/>
          </p:cNvSpPr>
          <p:nvPr>
            <p:ph type="title"/>
          </p:nvPr>
        </p:nvSpPr>
        <p:spPr/>
        <p:txBody>
          <a:bodyPr>
            <a:normAutofit/>
          </a:bodyPr>
          <a:lstStyle/>
          <a:p>
            <a:r>
              <a:rPr lang="en-US" sz="4800"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BBFF1021-B878-4012-B509-B90E310EE442}"/>
              </a:ext>
            </a:extLst>
          </p:cNvPr>
          <p:cNvSpPr>
            <a:spLocks noGrp="1"/>
          </p:cNvSpPr>
          <p:nvPr>
            <p:ph idx="1"/>
          </p:nvPr>
        </p:nvSpPr>
        <p:spPr>
          <a:xfrm>
            <a:off x="1326524" y="1690688"/>
            <a:ext cx="10027276" cy="4486275"/>
          </a:xfrm>
        </p:spPr>
        <p:txBody>
          <a:bodyPr/>
          <a:lstStyle/>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sz="2600" dirty="0">
                <a:latin typeface="Times New Roman" panose="02020603050405020304" pitchFamily="18" charset="0"/>
                <a:cs typeface="Times New Roman" panose="02020603050405020304" pitchFamily="18" charset="0"/>
              </a:rPr>
              <a:t>Bike Servicing Tracker is an online web application where the customer can booking of bike servicing, Send request for pick and drop, View parts price, View profile, Check service details, make payment  and give Feedback through online. Where as admin can manage all user details, bike servicing details, booking and delivery details, Check upcoming servicing, stock, bills and view Generated weekly monthly reports.</a:t>
            </a:r>
          </a:p>
        </p:txBody>
      </p:sp>
    </p:spTree>
    <p:extLst>
      <p:ext uri="{BB962C8B-B14F-4D97-AF65-F5344CB8AC3E}">
        <p14:creationId xmlns:p14="http://schemas.microsoft.com/office/powerpoint/2010/main" val="17269981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42FF1-B303-4738-A7C0-BC632C8E8ED5}"/>
              </a:ext>
            </a:extLst>
          </p:cNvPr>
          <p:cNvSpPr>
            <a:spLocks noGrp="1"/>
          </p:cNvSpPr>
          <p:nvPr>
            <p:ph type="title"/>
          </p:nvPr>
        </p:nvSpPr>
        <p:spPr>
          <a:xfrm>
            <a:off x="838199" y="1897062"/>
            <a:ext cx="10515600" cy="3063875"/>
          </a:xfrm>
        </p:spPr>
        <p:txBody>
          <a:bodyPr>
            <a:normAutofit/>
          </a:bodyPr>
          <a:lstStyle/>
          <a:p>
            <a:pPr algn="ctr"/>
            <a:r>
              <a:rPr lang="en-US" sz="4800" b="1" dirty="0">
                <a:latin typeface="Times New Roman" panose="02020603050405020304" pitchFamily="18" charset="0"/>
                <a:cs typeface="Times New Roman" panose="02020603050405020304" pitchFamily="18" charset="0"/>
              </a:rPr>
              <a:t>Any Questions ?</a:t>
            </a:r>
          </a:p>
        </p:txBody>
      </p:sp>
    </p:spTree>
    <p:extLst>
      <p:ext uri="{BB962C8B-B14F-4D97-AF65-F5344CB8AC3E}">
        <p14:creationId xmlns:p14="http://schemas.microsoft.com/office/powerpoint/2010/main" val="31759262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42FF1-B303-4738-A7C0-BC632C8E8ED5}"/>
              </a:ext>
            </a:extLst>
          </p:cNvPr>
          <p:cNvSpPr>
            <a:spLocks noGrp="1"/>
          </p:cNvSpPr>
          <p:nvPr>
            <p:ph type="title"/>
          </p:nvPr>
        </p:nvSpPr>
        <p:spPr>
          <a:xfrm>
            <a:off x="4048857" y="1897062"/>
            <a:ext cx="4094285" cy="3063875"/>
          </a:xfrm>
        </p:spPr>
        <p:txBody>
          <a:bodyPr>
            <a:normAutofit/>
          </a:bodyPr>
          <a:lstStyle/>
          <a:p>
            <a:r>
              <a:rPr lang="en-US" sz="48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3713580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491</TotalTime>
  <Words>457</Words>
  <Application>Microsoft Office PowerPoint</Application>
  <PresentationFormat>Widescreen</PresentationFormat>
  <Paragraphs>69</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Times New Roman</vt:lpstr>
      <vt:lpstr>Wingdings</vt:lpstr>
      <vt:lpstr>Office Theme</vt:lpstr>
      <vt:lpstr>Bike Servicing Tracker  ( B C A - 6th - S E M E S T E R ) A A D I M N A T I O N A L C O L L E G E </vt:lpstr>
      <vt:lpstr>Introduction </vt:lpstr>
      <vt:lpstr> Existing Problem</vt:lpstr>
      <vt:lpstr>Objectives</vt:lpstr>
      <vt:lpstr>Features</vt:lpstr>
      <vt:lpstr>Features</vt:lpstr>
      <vt:lpstr>Tools and Technology</vt:lpstr>
      <vt:lpstr>Requirements</vt:lpstr>
      <vt:lpstr>Conclusion</vt:lpstr>
      <vt:lpstr>Any Questions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KitabPasal</dc:title>
  <dc:creator>Sajan Kc</dc:creator>
  <cp:lastModifiedBy>ngima sherpa</cp:lastModifiedBy>
  <cp:revision>51</cp:revision>
  <dcterms:created xsi:type="dcterms:W3CDTF">2021-03-15T07:51:09Z</dcterms:created>
  <dcterms:modified xsi:type="dcterms:W3CDTF">2022-01-29T07:15:38Z</dcterms:modified>
</cp:coreProperties>
</file>