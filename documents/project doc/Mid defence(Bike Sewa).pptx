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6" r:id="rId2"/>
    <p:sldId id="257" r:id="rId3"/>
    <p:sldId id="272" r:id="rId4"/>
    <p:sldId id="269" r:id="rId5"/>
    <p:sldId id="275" r:id="rId6"/>
    <p:sldId id="278" r:id="rId7"/>
    <p:sldId id="271" r:id="rId8"/>
    <p:sldId id="274" r:id="rId9"/>
    <p:sldId id="280" r:id="rId10"/>
    <p:sldId id="279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691" autoAdjust="0"/>
    <p:restoredTop sz="94660"/>
  </p:normalViewPr>
  <p:slideViewPr>
    <p:cSldViewPr snapToGrid="0">
      <p:cViewPr varScale="1">
        <p:scale>
          <a:sx n="74" d="100"/>
          <a:sy n="74" d="100"/>
        </p:scale>
        <p:origin x="51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6" d="100"/>
          <a:sy n="56" d="100"/>
        </p:scale>
        <p:origin x="2856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883EBAC-A226-4155-A6E6-557F30334C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4E08FB-73E1-4432-BC01-1B1F46DF6C7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D5648D-AB4A-40FD-BB9E-3666794D6F3A}" type="datetimeFigureOut">
              <a:rPr lang="en-US" smtClean="0"/>
              <a:t>3/20/2022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AA2BC3-9003-4C4D-B0D9-F3C626BFFCE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8C9A0C-C187-4BE3-94CF-B4BFC58231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700B24-F1E4-4853-9783-932619651D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11400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465079-9AF2-4487-B930-B2BF28D8F0FF}" type="datetimeFigureOut">
              <a:rPr lang="en-US" smtClean="0"/>
              <a:t>3/20/2022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F81D61-5D4D-48C6-8C01-25B23968CB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08878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0C015-60D9-4BEC-8F76-76BF254BA4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719726-2404-4686-98D1-9B593DD44E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BE1696-4D6D-42E5-8E27-774DDBA3B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44A364-1043-4040-A2EF-A574ADF303D4}" type="datetime1">
              <a:rPr lang="en-US" smtClean="0"/>
              <a:t>3/20/2022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8CC663-ADEE-4E74-AB2C-DEEAF3794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601305-15EC-4FB7-9F42-0A6759620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991E-64BF-47E2-9E90-5B64348DCA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912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A9435-A456-43D1-B5BF-E7A011553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B2F21C-3F5A-43F1-AE52-8DB4533A66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9A2F7D-40BB-41EB-9BE8-A68FD2CE3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2C9CAF-C07B-40E6-BACD-EF5EF94033C8}" type="datetime1">
              <a:rPr lang="en-US" smtClean="0"/>
              <a:t>3/20/2022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2524A4-9DE9-495E-88A1-E20CC3B9F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4E748B-8A35-46C2-A0F8-8EBA00B90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991E-64BF-47E2-9E90-5B64348DCA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6776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7F38B-018A-4051-8405-2CD0E3C80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AA8D1F-5422-4CB3-A064-41E62E86B9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0BB3F6-E37C-4324-A949-582385CDE5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E6164-7137-4AE1-9198-F0C5D4284DDC}" type="datetime1">
              <a:rPr lang="en-US" smtClean="0"/>
              <a:t>3/20/2022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F53B98-2F43-4E6D-9753-2644F1790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17D3EB-F7F2-4DCF-8300-3770DD196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991E-64BF-47E2-9E90-5B64348DCA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2747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E0D71-F689-4C46-B6EC-81DBD6E4D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F1F08A-5A92-4B24-B10E-5AC4C9BDC0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4CE950-ED16-45D0-9C72-39EE92327B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424ED2-6283-428C-80FA-BB5845DB8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79764-E8A3-478F-B2C6-753DE1B47611}" type="datetime1">
              <a:rPr lang="en-US" smtClean="0"/>
              <a:t>3/20/2022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92E5FF-7339-45D1-A3E9-A5990E28C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0AFE82-B4AA-451A-8875-6F1B09489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991E-64BF-47E2-9E90-5B64348DCA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499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CDE8D-7EC7-4B89-9FA2-91C2206B1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DDAC8D-7A05-4F83-A779-52656EE858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A4EF3E-8FBF-4165-8992-D19B5E8824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2B3986-B491-44D2-A409-1937896048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6932AF-60BF-41CB-A443-0C3FD029A6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31DB049-545F-4110-BD58-820CE99A3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883E3-8E9B-42D2-ADD4-4823AA32F952}" type="datetime1">
              <a:rPr lang="en-US" smtClean="0"/>
              <a:t>3/20/2022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D04EDD-5226-423E-ADD6-0F9A8E5304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D3FC69-15DC-4026-A293-731666A2F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991E-64BF-47E2-9E90-5B64348DCA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386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5B547-D0E1-41FE-B68A-6FBDEB728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221176-B507-43AD-A5B1-403199106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E31E8-B684-4FEE-B268-77C5D64FCD20}" type="datetime1">
              <a:rPr lang="en-US" smtClean="0"/>
              <a:t>3/20/2022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F38E35-CD6E-4502-838E-5CEBE236D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D8D68A-5880-4306-AE19-BB4F5BCE1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991E-64BF-47E2-9E90-5B64348DCA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4945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77BECD-4A41-4700-8DC1-1F6879239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5268-28D6-4A16-8ED8-89AF979B5F34}" type="datetime1">
              <a:rPr lang="en-US" smtClean="0"/>
              <a:t>3/20/2022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8C9D84-7CE3-4D91-BB5D-524BE28E4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4431D3-CB2C-4D62-930C-079E3C95F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991E-64BF-47E2-9E90-5B64348DCA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868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81672-A2A8-405E-9EDD-40403D9AA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6D06A9-0FBE-4252-959F-1CBF43C86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F1F8BF-E7A7-4BB8-9366-91814D2CDF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83D6B7-8223-4FDA-A4EB-A5DAF8B89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F65B31-32BB-4889-B071-C1B4AD458EC8}" type="datetime1">
              <a:rPr lang="en-US" smtClean="0"/>
              <a:t>3/20/2022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AF04A1-BECF-4954-822C-26E6AF93C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833F06-7B8F-4787-8E86-35BE0B535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991E-64BF-47E2-9E90-5B64348DCA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0980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AAEBA-F8EA-4A1D-95F5-4735AED60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A1F2EE-2E15-4FE2-9C6A-AC8809AA96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C1C989-F013-40A9-B927-CEFFAD09EF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0E8199-C24E-4B95-A8C5-03F79AFB0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3A861-E732-4501-9E31-3E119D57AF73}" type="datetime1">
              <a:rPr lang="en-US" smtClean="0"/>
              <a:t>3/20/2022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031E45-3318-49E7-9A77-662F5F1D3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EAC64D-FD05-4477-B963-4CC8896CE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991E-64BF-47E2-9E90-5B64348DCA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2893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9049A-D58A-49B9-A3B4-A47B286C3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6D6112-206F-4BCD-80A0-8CD2E6E87D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98AA61-FCC2-4F99-B360-94B88EBE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E2CA2-7B05-4D81-8A8B-0FEDC0B911FF}" type="datetime1">
              <a:rPr lang="en-US" smtClean="0"/>
              <a:t>3/20/2022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B8D89-6696-429E-AEB7-D85B7F4C5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4EBFFA-AE79-4116-980C-883478BD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991E-64BF-47E2-9E90-5B64348DCA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8481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3EACE44-A1E3-486E-A959-DF12687388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575012-B2D2-432F-8CBD-EB58D37823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6A1A6-9D97-4627-B672-CB261F93E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5FE16-9103-4D30-95C6-E0816E476B0C}" type="datetime1">
              <a:rPr lang="en-US" smtClean="0"/>
              <a:t>3/20/2022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B1EC14-3419-48E0-B20B-EA9C4BBD9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4EAF5F-D4F2-4AF1-B220-CCD746040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991E-64BF-47E2-9E90-5B64348DCA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3114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000F12-3CBC-4506-B152-FCAB0449F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FA3D58-507B-4F6B-8A10-4655E12351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8C034A-7E96-4EA4-99AB-E17E0E041F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E4BBCA-3FF2-4ACA-9A0F-E9DECB9866C4}" type="datetime1">
              <a:rPr lang="en-US" smtClean="0"/>
              <a:t>3/20/2022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B76613-3BE5-4A05-8EF3-E6B053CFF5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91B99-7A7A-4A29-AC0E-60791DAA1C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7E991E-64BF-47E2-9E90-5B64348DCA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62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9494/BikeSewa/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DC0D5-17E0-465D-B461-227E563C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21216"/>
            <a:ext cx="9144000" cy="2880821"/>
          </a:xfrm>
        </p:spPr>
        <p:txBody>
          <a:bodyPr>
            <a:normAutofit fontScale="90000"/>
          </a:bodyPr>
          <a:lstStyle/>
          <a:p>
            <a:r>
              <a:rPr lang="en-US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Bike </a:t>
            </a:r>
            <a:r>
              <a:rPr lang="en-US" sz="7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Sewa</a:t>
            </a:r>
            <a:br>
              <a:rPr lang="en-US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br>
              <a:rPr lang="en-US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pt-B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 B C A - 6th  S E M E S T E R )</a:t>
            </a:r>
            <a:br>
              <a:rPr lang="pt-B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6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E29AF4-FE00-4B7F-859A-180F3CDFB8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45972" y="4481022"/>
            <a:ext cx="9144000" cy="1655762"/>
          </a:xfrm>
        </p:spPr>
        <p:txBody>
          <a:bodyPr>
            <a:normAutofit/>
          </a:bodyPr>
          <a:lstStyle/>
          <a:p>
            <a:pPr algn="r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 by: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Ngima Sherpa (07)</a:t>
            </a:r>
          </a:p>
          <a:p>
            <a:pPr algn="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Date:19</a:t>
            </a:r>
            <a:r>
              <a:rPr lang="en-US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March 2022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40E8F8-BEC0-4B20-98AE-F90FA29A4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13800" y="6136784"/>
            <a:ext cx="2743200" cy="365125"/>
          </a:xfrm>
        </p:spPr>
        <p:txBody>
          <a:bodyPr/>
          <a:lstStyle/>
          <a:p>
            <a:fld id="{7A7E991E-64BF-47E2-9E90-5B64348DCA50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40156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6A014-EA56-4FCB-A49A-CF438FA6C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76396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sz="5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b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2E3914-38DD-4CBD-89F8-B70144960B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2434" y="2001959"/>
            <a:ext cx="9911366" cy="435439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 based application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admin side and the user side are both included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 can login , update profile ,online booking, view old servicing record through online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 can do CRUD operation on customer/bike/mechanic, Revenue calculation, Manage schedule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4C1C2A-EF1A-4FD4-84B6-48904F097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991E-64BF-47E2-9E90-5B64348DCA50}" type="slidenum">
              <a:rPr lang="en-US" sz="2800" b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</a:t>
            </a:fld>
            <a:endParaRPr lang="en-US" sz="2800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00838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1A97D-5DBA-4581-9423-ECC856BD46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9820" y="522545"/>
            <a:ext cx="9144000" cy="745074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 </a:t>
            </a:r>
            <a:r>
              <a:rPr lang="en-US" sz="5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Problem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B253A0-2FD3-49B9-B0C3-5EE9193FD7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57300" y="1524000"/>
            <a:ext cx="9410700" cy="4832350"/>
          </a:xfrm>
        </p:spPr>
        <p:txBody>
          <a:bodyPr>
            <a:normAutofit/>
          </a:bodyPr>
          <a:lstStyle/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can’t book online for servicing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can’t view old servicing details</a:t>
            </a:r>
          </a:p>
          <a:p>
            <a:pPr algn="l">
              <a:lnSpc>
                <a:spcPct val="150000"/>
              </a:lnSpc>
            </a:pP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1B66B7-B84B-4657-8ECD-56C30AB6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991E-64BF-47E2-9E90-5B64348DCA50}" type="slidenum">
              <a:rPr lang="en-US" sz="2800" b="1" smtClean="0"/>
              <a:t>3</a:t>
            </a:fld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1619676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66539-7B16-45FA-B31F-0453F78223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9921" y="136525"/>
            <a:ext cx="9766479" cy="1249250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Objectives</a:t>
            </a:r>
            <a:endParaRPr lang="en-US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C2C210-305D-4CCD-A0BC-48D8373CAE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93900" y="1574801"/>
            <a:ext cx="8674099" cy="4851758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7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The main objective of this project is as following.</a:t>
            </a:r>
          </a:p>
          <a:p>
            <a:pPr marL="228600" indent="-228600" algn="l">
              <a:lnSpc>
                <a:spcPct val="170000"/>
              </a:lnSpc>
              <a:buFont typeface="Wingdings" panose="05000000000000000000" pitchFamily="2" charset="2"/>
              <a:buChar char="Ø"/>
              <a:defRPr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book servicing through online</a:t>
            </a:r>
          </a:p>
          <a:p>
            <a:pPr marL="228600" indent="-228600" algn="l">
              <a:lnSpc>
                <a:spcPct val="170000"/>
              </a:lnSpc>
              <a:buFont typeface="Wingdings" panose="05000000000000000000" pitchFamily="2" charset="2"/>
              <a:buChar char="Ø"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To view </a:t>
            </a:r>
            <a:r>
              <a:rPr lang="en-US" sz="2800" dirty="0" err="1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ol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d servicing </a:t>
            </a:r>
            <a:r>
              <a:rPr lang="en-US" sz="2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ecordes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7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To store repair and maintenance data of bikes</a:t>
            </a:r>
          </a:p>
          <a:p>
            <a:pPr marL="228600" marR="0" lvl="0" indent="-228600" algn="l" defTabSz="914400" rtl="0" eaLnBrk="1" fontAlgn="auto" latinLnBrk="0" hangingPunct="1">
              <a:lnSpc>
                <a:spcPct val="17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l">
              <a:lnSpc>
                <a:spcPct val="170000"/>
              </a:lnSpc>
              <a:defRPr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18868A-8C88-4DE6-A276-063BF50D7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991E-64BF-47E2-9E90-5B64348DCA50}" type="slidenum">
              <a:rPr lang="en-US" sz="2800" b="1" smtClean="0"/>
              <a:t>4</a:t>
            </a:fld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13825729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0E04E-B6D2-4A34-BDDF-E555C080B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Limitation</a:t>
            </a:r>
            <a:endParaRPr lang="en-US" sz="48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7EC8C6-08FF-401D-9AF1-4E33222A28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marR="0" lvl="0" indent="-342900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  <a:buFont typeface="Wingdings" panose="05000000000000000000" pitchFamily="2" charset="2"/>
              <a:buChar char=""/>
            </a:pPr>
            <a:r>
              <a:rPr lang="en-US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Customer have to book even without seeing actually how service center looks like</a:t>
            </a:r>
            <a:endParaRPr lang="en-US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marR="0" lvl="0" indent="-342900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  <a:buFont typeface="Wingdings" panose="05000000000000000000" pitchFamily="2" charset="2"/>
              <a:buChar char=""/>
            </a:pPr>
            <a:r>
              <a:rPr lang="en-US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Sometime it may contain technical problems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D2CBA-7F40-4BDD-A6EA-BE935A422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991E-64BF-47E2-9E90-5B64348DCA50}" type="slidenum">
              <a:rPr lang="en-US" sz="2800" b="1" smtClean="0"/>
              <a:t>5</a:t>
            </a:fld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595701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1F089-8E77-4716-AC2C-D8E4393666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22762"/>
          </a:xfrm>
        </p:spPr>
        <p:txBody>
          <a:bodyPr/>
          <a:lstStyle/>
          <a:p>
            <a:r>
              <a:rPr lang="en-US" dirty="0"/>
              <a:t> </a:t>
            </a:r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 Diagram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8C8F7F5-8758-412A-AD5C-450E09EDB6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459" y="1476383"/>
            <a:ext cx="10658341" cy="469147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D5917A-CD3F-43BE-824A-37706AD459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991E-64BF-47E2-9E90-5B64348DCA50}" type="slidenum">
              <a:rPr lang="en-US" sz="2800" smtClean="0"/>
              <a:t>6</a:t>
            </a:fld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7806566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910CD-A693-4C4E-8E0A-4A830409B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5155" y="141667"/>
            <a:ext cx="9972541" cy="965915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and Technology</a:t>
            </a:r>
            <a:endParaRPr lang="en-US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2009EE-B819-4E87-ADF5-8A6F668F97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20462" y="1262130"/>
            <a:ext cx="9547538" cy="5357611"/>
          </a:xfrm>
        </p:spPr>
        <p:txBody>
          <a:bodyPr>
            <a:normAutofit fontScale="62500" lnSpcReduction="20000"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</a:t>
            </a:r>
            <a:r>
              <a:rPr kumimoji="0" lang="en-US" sz="3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Frontend tools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HTML5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CSS3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JavaScript v8 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3800" dirty="0" err="1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jsp</a:t>
            </a:r>
            <a:endParaRPr kumimoji="0" lang="en-US" sz="3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</a:t>
            </a:r>
            <a:r>
              <a:rPr kumimoji="0" lang="en-US" sz="3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Backend tools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3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 EE v8 (servlet )</a:t>
            </a:r>
            <a:endParaRPr kumimoji="0" lang="en-US" sz="3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MySQL 8.0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</a:t>
            </a:r>
            <a:r>
              <a:rPr kumimoji="0" lang="en-US" sz="3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Server</a:t>
            </a:r>
          </a:p>
          <a:p>
            <a:pPr lvl="1" algn="l">
              <a:defRPr/>
            </a:pPr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Tomcat 8.5.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sz="3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Others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3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NetBeans 12.6</a:t>
            </a:r>
            <a:endParaRPr kumimoji="0" lang="en-US" sz="3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Git and GitHub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</a:t>
            </a:r>
            <a:r>
              <a:rPr kumimoji="0" lang="en-US" sz="3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Methodology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38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Waterfall model</a:t>
            </a:r>
            <a:endParaRPr lang="en-US" sz="38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285344-DEA0-4B96-A253-8DB5BC9071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991E-64BF-47E2-9E90-5B64348DCA50}" type="slidenum">
              <a:rPr lang="en-US" sz="2800" b="1" smtClean="0"/>
              <a:t>7</a:t>
            </a:fld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5596003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10B42-E751-4312-B1D7-A97D82BCE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Timeline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5EED753-426C-4242-8462-7B6BBCDC3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991E-64BF-47E2-9E90-5B64348DCA50}" type="slidenum">
              <a:rPr lang="en-US" sz="2800" b="1" smtClean="0"/>
              <a:t>8</a:t>
            </a:fld>
            <a:endParaRPr lang="en-US" sz="2800" b="1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5AF036B-967A-486D-9C8D-27A199C4BA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6756" y="1853106"/>
            <a:ext cx="9100133" cy="429637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1215967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CBB1A-EC20-4450-8184-2B6847A6B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B280A-E4A9-465B-A519-2741D38882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http://localhost:9494/BikeSewa/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DA20B8-7283-44A6-85B5-5541DA769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991E-64BF-47E2-9E90-5B64348DCA5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0447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D5A4A-7B8F-4F4D-A9A7-79A16EC7CA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en-US" sz="4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CC177-4395-4FC5-8E05-4F9C79D830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8503"/>
            <a:ext cx="10515600" cy="4351338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Everyone needs to get their Bike repaired or servicing. Making this process more convenient by providing online booking increases customer satisfaction and workshop efficiency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52336-87A4-48A5-9A99-F9424B796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991E-64BF-47E2-9E90-5B64348DCA50}" type="slidenum">
              <a:rPr lang="en-US" sz="2800" smtClean="0"/>
              <a:t>10</a:t>
            </a:fld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9006610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42FF1-B303-4738-A7C0-BC632C8E8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897062"/>
            <a:ext cx="10515600" cy="3063875"/>
          </a:xfrm>
        </p:spPr>
        <p:txBody>
          <a:bodyPr>
            <a:normAutofit/>
          </a:bodyPr>
          <a:lstStyle/>
          <a:p>
            <a:pPr algn="ctr"/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Any Questions 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39CC50-51C0-45CE-A5CF-C671E5E02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991E-64BF-47E2-9E90-5B64348DCA50}" type="slidenum">
              <a:rPr lang="en-US" sz="2800" b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59262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42FF1-B303-4738-A7C0-BC632C8E8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0" y="1528762"/>
            <a:ext cx="6134099" cy="3063875"/>
          </a:xfrm>
        </p:spPr>
        <p:txBody>
          <a:bodyPr>
            <a:normAutofit/>
          </a:bodyPr>
          <a:lstStyle/>
          <a:p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A3E7D3-E5DB-4E16-9BC5-B40D1513F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991E-64BF-47E2-9E90-5B64348DCA50}" type="slidenum">
              <a:rPr lang="en-US" sz="2800" b="1" smtClean="0"/>
              <a:t>12</a:t>
            </a:fld>
            <a:endParaRPr lang="en-US" sz="2800" b="1" dirty="0"/>
          </a:p>
        </p:txBody>
      </p:sp>
      <p:pic>
        <p:nvPicPr>
          <p:cNvPr id="1026" name="Picture 2" descr="Smiling Face with Smiling Eyes on Apple iOS 14.6">
            <a:extLst>
              <a:ext uri="{FF2B5EF4-FFF2-40B4-BE49-F238E27FC236}">
                <a16:creationId xmlns:a16="http://schemas.microsoft.com/office/drawing/2014/main" id="{1ED06564-8F16-415B-BF94-25702DD53B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0937" y="2336799"/>
            <a:ext cx="1712454" cy="144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3580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1845</TotalTime>
  <Words>240</Words>
  <Application>Microsoft Office PowerPoint</Application>
  <PresentationFormat>Widescreen</PresentationFormat>
  <Paragraphs>56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</vt:lpstr>
      <vt:lpstr>Calibri</vt:lpstr>
      <vt:lpstr>Calibri Light</vt:lpstr>
      <vt:lpstr>Tahoma</vt:lpstr>
      <vt:lpstr>Times New Roman</vt:lpstr>
      <vt:lpstr>Wingdings</vt:lpstr>
      <vt:lpstr>Office Theme</vt:lpstr>
      <vt:lpstr>Bike Sewa    ( B C A - 6th  S E M E S T E R ) </vt:lpstr>
      <vt:lpstr>Introduction </vt:lpstr>
      <vt:lpstr> Existing Problem</vt:lpstr>
      <vt:lpstr>Objectives</vt:lpstr>
      <vt:lpstr>Limitation</vt:lpstr>
      <vt:lpstr> ER Diagram</vt:lpstr>
      <vt:lpstr>Tools and Technology</vt:lpstr>
      <vt:lpstr>Project Timeline</vt:lpstr>
      <vt:lpstr>Demo</vt:lpstr>
      <vt:lpstr>Conclusion</vt:lpstr>
      <vt:lpstr>Any Questions ?</vt:lpstr>
      <vt:lpstr>Thank You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KitabPasal</dc:title>
  <dc:creator>Sajan Kc</dc:creator>
  <cp:lastModifiedBy>ngima sherpa</cp:lastModifiedBy>
  <cp:revision>104</cp:revision>
  <dcterms:created xsi:type="dcterms:W3CDTF">2021-03-15T07:51:09Z</dcterms:created>
  <dcterms:modified xsi:type="dcterms:W3CDTF">2022-03-20T06:48:47Z</dcterms:modified>
</cp:coreProperties>
</file>