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72" r:id="rId4"/>
    <p:sldId id="269" r:id="rId5"/>
    <p:sldId id="275" r:id="rId6"/>
    <p:sldId id="271" r:id="rId7"/>
    <p:sldId id="278" r:id="rId8"/>
    <p:sldId id="281" r:id="rId9"/>
    <p:sldId id="274" r:id="rId10"/>
    <p:sldId id="280" r:id="rId11"/>
    <p:sldId id="279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5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83EBAC-A226-4155-A6E6-557F30334C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E08FB-73E1-4432-BC01-1B1F46DF6C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D5648D-AB4A-40FD-BB9E-3666794D6F3A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A2BC3-9003-4C4D-B0D9-F3C626BFFC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C9A0C-C187-4BE3-94CF-B4BFC58231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00B24-F1E4-4853-9783-932619651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140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65079-9AF2-4487-B930-B2BF28D8F0FF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81D61-5D4D-48C6-8C01-25B23968C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887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0C015-60D9-4BEC-8F76-76BF254BA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19726-2404-4686-98D1-9B593DD44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E1696-4D6D-42E5-8E27-774DDBA3B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E4184-707C-42DB-86A3-971F553E4213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CC663-ADEE-4E74-AB2C-DEEAF379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01305-15EC-4FB7-9F42-0A675962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912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A9435-A456-43D1-B5BF-E7A011553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2F21C-3F5A-43F1-AE52-8DB4533A6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2F7D-40BB-41EB-9BE8-A68FD2CE3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703A-7C86-4C06-96BD-F22056119836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524A4-9DE9-495E-88A1-E20CC3B9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E748B-8A35-46C2-A0F8-8EBA00B9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7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F38B-018A-4051-8405-2CD0E3C80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A8D1F-5422-4CB3-A064-41E62E86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BB3F6-E37C-4324-A949-582385CDE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29B3-A26C-4596-B059-5FC517F92087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53B98-2F43-4E6D-9753-2644F1790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7D3EB-F7F2-4DCF-8300-3770DD19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47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E0D71-F689-4C46-B6EC-81DBD6E4D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1F08A-5A92-4B24-B10E-5AC4C9BDC0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CE950-ED16-45D0-9C72-39EE92327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24ED2-6283-428C-80FA-BB5845DB8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EC91-235A-4ED5-B081-484DDA5927A1}" type="datetime1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2E5FF-7339-45D1-A3E9-A5990E28C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AFE82-B4AA-451A-8875-6F1B0948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9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DE8D-7EC7-4B89-9FA2-91C2206B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DAC8D-7A05-4F83-A779-52656EE85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4EF3E-8FBF-4165-8992-D19B5E882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2B3986-B491-44D2-A409-193789604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6932AF-60BF-41CB-A443-0C3FD029A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1DB049-545F-4110-BD58-820CE99A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85D3-8DCE-476E-B466-362E237500BD}" type="datetime1">
              <a:rPr lang="en-US" smtClean="0"/>
              <a:t>6/17/2022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D04EDD-5226-423E-ADD6-0F9A8E530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D3FC69-15DC-4026-A293-731666A2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8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B547-D0E1-41FE-B68A-6FBDEB728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221176-B507-43AD-A5B1-403199106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A40C-98DC-44BD-8F93-53C1777A5ECF}" type="datetime1">
              <a:rPr lang="en-US" smtClean="0"/>
              <a:t>6/17/2022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38E35-CD6E-4502-838E-5CEBE236D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8D68A-5880-4306-AE19-BB4F5BCE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494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77BECD-4A41-4700-8DC1-1F6879239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45A69-2977-4FB7-817A-9951C0C20B59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8C9D84-7CE3-4D91-BB5D-524BE28E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431D3-CB2C-4D62-930C-079E3C95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68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81672-A2A8-405E-9EDD-40403D9AA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D06A9-0FBE-4252-959F-1CBF43C86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1F8BF-E7A7-4BB8-9366-91814D2CD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3D6B7-8223-4FDA-A4EB-A5DAF8B89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6B37-EE6E-49A0-8E63-B1EC0EC94CA8}" type="datetime1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F04A1-BECF-4954-822C-26E6AF93C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33F06-7B8F-4787-8E86-35BE0B53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98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AAEBA-F8EA-4A1D-95F5-4735AED60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1F2EE-2E15-4FE2-9C6A-AC8809AA96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1C989-F013-40A9-B927-CEFFAD09E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E8199-C24E-4B95-A8C5-03F79AFB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160F2-4801-466E-A982-A0172EDEC390}" type="datetime1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31E45-3318-49E7-9A77-662F5F1D3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AC64D-FD05-4477-B963-4CC8896C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89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9049A-D58A-49B9-A3B4-A47B286C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D6112-206F-4BCD-80A0-8CD2E6E87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8AA61-FCC2-4F99-B360-94B88EBE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B9B32-F42B-4D5C-AED9-CEBE03F4AD5C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B8D89-6696-429E-AEB7-D85B7F4C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EBFFA-AE79-4116-980C-883478BD5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81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EACE44-A1E3-486E-A959-DF12687388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575012-B2D2-432F-8CBD-EB58D3782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6A1A6-9D97-4627-B672-CB261F93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ECE4-865C-489F-A565-BAB7586E222D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1EC14-3419-48E0-B20B-EA9C4BBD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EAF5F-D4F2-4AF1-B220-CCD74604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11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000F12-3CBC-4506-B152-FCAB0449F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A3D58-507B-4F6B-8A10-4655E1235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C034A-7E96-4EA4-99AB-E17E0E041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16E1D-6664-465F-9AB3-B75D4916368F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76613-3BE5-4A05-8EF3-E6B053CFF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91B99-7A7A-4A29-AC0E-60791DAA1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E991E-64BF-47E2-9E90-5B64348DC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627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9494/BikeSewa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C0D5-17E0-465D-B461-227E563C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1217"/>
            <a:ext cx="9144000" cy="2459866"/>
          </a:xfrm>
        </p:spPr>
        <p:txBody>
          <a:bodyPr>
            <a:normAutofit fontScale="90000"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 Sewa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29AF4-FE00-4B7F-859A-180F3CDFB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5972" y="2794715"/>
            <a:ext cx="9144000" cy="334206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Ngima Sherpa (07)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Course/Semester: BCA sixth semester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Supervisor: Mr. Yub Raj Kalathoki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2079/02/10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0E8F8-BEC0-4B20-98AE-F90FA29A4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3800" y="6136784"/>
            <a:ext cx="2743200" cy="365125"/>
          </a:xfrm>
        </p:spPr>
        <p:txBody>
          <a:bodyPr/>
          <a:lstStyle/>
          <a:p>
            <a:fld id="{7A7E991E-64BF-47E2-9E90-5B64348DCA5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01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A014-EA56-4FCB-A49A-CF438FA6C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639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E3914-38DD-4CBD-89F8-B70144960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2434" y="2001959"/>
            <a:ext cx="9911366" cy="435439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based application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side and the user side are both included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 can login , update profile ,add/update bike, online booking, view old servicing record through online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do CRUD operation on customer/bike/mechanic, and can view total customers, bikes, accepted booking, mechanic.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C1C2A-EF1A-4FD4-84B6-48904F09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fld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083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1A97D-5DBA-4581-9423-ECC856BD4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820" y="522545"/>
            <a:ext cx="9144000" cy="74507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 </a:t>
            </a:r>
            <a:r>
              <a:rPr lang="en-US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253A0-2FD3-49B9-B0C3-5EE9193FD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1524000"/>
            <a:ext cx="9410700" cy="483235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can’t book online for servicing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can’t view old servicing details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have to wait in the queue</a:t>
            </a:r>
          </a:p>
          <a:p>
            <a:pPr algn="l"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B66B7-B84B-4657-8ECD-56C30AB6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z="2800" b="1" smtClean="0"/>
              <a:t>3</a:t>
            </a:fld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19676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66539-7B16-45FA-B31F-0453F7822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921" y="136525"/>
            <a:ext cx="9766479" cy="1249250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Objectives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2C210-305D-4CCD-A0BC-48D8373CA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3900" y="1574801"/>
            <a:ext cx="8674099" cy="4851758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main objective of this project is as following.</a:t>
            </a:r>
          </a:p>
          <a:p>
            <a:pPr marL="228600" indent="-228600" algn="l">
              <a:lnSpc>
                <a:spcPct val="170000"/>
              </a:lnSpc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book servicing through online</a:t>
            </a:r>
          </a:p>
          <a:p>
            <a:pPr marL="228600" indent="-228600" algn="l">
              <a:lnSpc>
                <a:spcPct val="170000"/>
              </a:lnSpc>
              <a:buFont typeface="Wingdings" panose="05000000000000000000" pitchFamily="2" charset="2"/>
              <a:buChar char="Ø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 view old servicing records</a:t>
            </a:r>
          </a:p>
          <a:p>
            <a:pPr marL="228600" marR="0" lvl="0" indent="-228600" algn="l" defTabSz="914400" rtl="0" eaLnBrk="1" fontAlgn="auto" latinLnBrk="0" hangingPunct="1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get feedback from customers to analyze the company services from the customer point of view</a:t>
            </a:r>
          </a:p>
          <a:p>
            <a:pPr marL="228600" marR="0" lvl="0" indent="-228600" algn="l" defTabSz="914400" rtl="0" eaLnBrk="1" fontAlgn="auto" latinLnBrk="0" hangingPunct="1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Provide better services to customer</a:t>
            </a:r>
          </a:p>
          <a:p>
            <a:pPr algn="l">
              <a:lnSpc>
                <a:spcPct val="170000"/>
              </a:lnSpc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8868A-8C88-4DE6-A276-063BF50D7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z="2800" b="1" smtClean="0"/>
              <a:t>4</a:t>
            </a:fld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82572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0E04E-B6D2-4A34-BDDF-E555C080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Limitation</a:t>
            </a:r>
            <a:endParaRPr lang="en-US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EC8C6-08FF-401D-9AF1-4E33222A2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US" dirty="0"/>
              <a:t>Online payment is not present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US" dirty="0"/>
              <a:t>The customer has to book for service with a time slot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D2CBA-7F40-4BDD-A6EA-BE935A422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z="2800" b="1" smtClean="0"/>
              <a:t>5</a:t>
            </a:fld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95701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910CD-A693-4C4E-8E0A-4A830409B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155" y="141667"/>
            <a:ext cx="9972541" cy="965915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009EE-B819-4E87-ADF5-8A6F668F9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0462" y="1262130"/>
            <a:ext cx="9547538" cy="5357611"/>
          </a:xfrm>
        </p:spPr>
        <p:txBody>
          <a:bodyPr>
            <a:normAutofit fontScale="62500" lnSpcReduction="2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Frontend tools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HTML5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CSS3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JavaScript v8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Backend tools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EE v8 (servlet )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MySQL 8.0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Server</a:t>
            </a:r>
          </a:p>
          <a:p>
            <a:pPr lvl="1" algn="l">
              <a:defRPr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Tomcat 8.5.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Others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NetBeans 12.6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Git and GitHub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Methodology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Waterfall model</a:t>
            </a:r>
            <a:endParaRPr lang="en-US" sz="3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85344-DEA0-4B96-A253-8DB5BC907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z="2800" b="1" smtClean="0"/>
              <a:t>6</a:t>
            </a:fld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59600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1F089-8E77-4716-AC2C-D8E439366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276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C8F7F5-8758-412A-AD5C-450E09EDB6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59" y="1476383"/>
            <a:ext cx="10658341" cy="46914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5917A-CD3F-43BE-824A-37706AD45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z="2800" smtClean="0"/>
              <a:t>7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80656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95DA-2218-47F4-8FD9-179EFE5D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 case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0D6096-9435-45AB-A937-A180A4D99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61" y="1924554"/>
            <a:ext cx="7907628" cy="443179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2C7B8-3F49-4B96-B3E4-5FA0122DF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48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10B42-E751-4312-B1D7-A97D82BCE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ED753-426C-4242-8462-7B6BBCDC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z="2800" b="1" smtClean="0"/>
              <a:t>9</a:t>
            </a:fld>
            <a:endParaRPr lang="en-US" sz="28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5AF036B-967A-486D-9C8D-27A199C4BA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756" y="1853106"/>
            <a:ext cx="9100133" cy="42963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21596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CBB1A-EC20-4450-8184-2B6847A6B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B280A-E4A9-465B-A519-2741D3888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http://localhost:9494/BikeSewa/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A20B8-7283-44A6-85B5-5541DA769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44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5A4A-7B8F-4F4D-A9A7-79A16EC7C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CC177-4395-4FC5-8E05-4F9C79D83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8503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Everyone needs to get their Bike repaired or servicing. Making this process more convenient by providing online booking increases customer satisfaction and workshop efficiency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52336-87A4-48A5-9A99-F9424B79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z="2800" smtClean="0"/>
              <a:t>11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00661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2FF1-B303-4738-A7C0-BC632C8E8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7062"/>
            <a:ext cx="10515600" cy="3063875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9CC50-51C0-45CE-A5CF-C671E5E02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926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2FF1-B303-4738-A7C0-BC632C8E8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0" y="1528762"/>
            <a:ext cx="6134099" cy="3063875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3E7D3-E5DB-4E16-9BC5-B40D1513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991E-64BF-47E2-9E90-5B64348DCA50}" type="slidenum">
              <a:rPr lang="en-US" sz="2800" b="1" smtClean="0"/>
              <a:t>13</a:t>
            </a:fld>
            <a:endParaRPr lang="en-US" sz="2800" b="1" dirty="0"/>
          </a:p>
        </p:txBody>
      </p:sp>
      <p:pic>
        <p:nvPicPr>
          <p:cNvPr id="1026" name="Picture 2" descr="Smiling Face with Smiling Eyes on Apple iOS 14.6">
            <a:extLst>
              <a:ext uri="{FF2B5EF4-FFF2-40B4-BE49-F238E27FC236}">
                <a16:creationId xmlns:a16="http://schemas.microsoft.com/office/drawing/2014/main" id="{1ED06564-8F16-415B-BF94-25702DD53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937" y="2336799"/>
            <a:ext cx="171245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58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1914</TotalTime>
  <Words>272</Words>
  <Application>Microsoft Office PowerPoint</Application>
  <PresentationFormat>Widescreen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Bike Sewa    </vt:lpstr>
      <vt:lpstr>Introduction </vt:lpstr>
      <vt:lpstr> Existing Problem</vt:lpstr>
      <vt:lpstr>Objectives</vt:lpstr>
      <vt:lpstr>Limitation</vt:lpstr>
      <vt:lpstr>Tools and Technology</vt:lpstr>
      <vt:lpstr> ER Diagram</vt:lpstr>
      <vt:lpstr>Use case Diagram</vt:lpstr>
      <vt:lpstr>Project Timeline</vt:lpstr>
      <vt:lpstr>Demo</vt:lpstr>
      <vt:lpstr>Conclusion</vt:lpstr>
      <vt:lpstr>Any Questions ?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KitabPasal</dc:title>
  <dc:creator>Sajan Kc</dc:creator>
  <cp:lastModifiedBy>ngima sherpa</cp:lastModifiedBy>
  <cp:revision>109</cp:revision>
  <dcterms:created xsi:type="dcterms:W3CDTF">2021-03-15T07:51:09Z</dcterms:created>
  <dcterms:modified xsi:type="dcterms:W3CDTF">2022-06-16T19:05:42Z</dcterms:modified>
</cp:coreProperties>
</file>