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6" r:id="rId2"/>
    <p:sldId id="257" r:id="rId3"/>
    <p:sldId id="272" r:id="rId4"/>
    <p:sldId id="269" r:id="rId5"/>
    <p:sldId id="266" r:id="rId6"/>
    <p:sldId id="275" r:id="rId7"/>
    <p:sldId id="271" r:id="rId8"/>
    <p:sldId id="270" r:id="rId9"/>
    <p:sldId id="274" r:id="rId10"/>
    <p:sldId id="258"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snapToGrid="0">
      <p:cViewPr varScale="1">
        <p:scale>
          <a:sx n="74" d="100"/>
          <a:sy n="74" d="100"/>
        </p:scale>
        <p:origin x="492" y="54"/>
      </p:cViewPr>
      <p:guideLst/>
    </p:cSldViewPr>
  </p:slideViewPr>
  <p:notesTextViewPr>
    <p:cViewPr>
      <p:scale>
        <a:sx n="1" d="1"/>
        <a:sy n="1" d="1"/>
      </p:scale>
      <p:origin x="0" y="0"/>
    </p:cViewPr>
  </p:notesTextViewPr>
  <p:notesViewPr>
    <p:cSldViewPr snapToGrid="0">
      <p:cViewPr varScale="1">
        <p:scale>
          <a:sx n="56" d="100"/>
          <a:sy n="56" d="100"/>
        </p:scale>
        <p:origin x="285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83EBAC-A226-4155-A6E6-557F30334C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D4E08FB-73E1-4432-BC01-1B1F46DF6C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D5648D-AB4A-40FD-BB9E-3666794D6F3A}" type="datetimeFigureOut">
              <a:rPr lang="en-US" smtClean="0"/>
              <a:t>2/3/2022</a:t>
            </a:fld>
            <a:endParaRPr lang="en-US"/>
          </a:p>
        </p:txBody>
      </p:sp>
      <p:sp>
        <p:nvSpPr>
          <p:cNvPr id="4" name="Footer Placeholder 3">
            <a:extLst>
              <a:ext uri="{FF2B5EF4-FFF2-40B4-BE49-F238E27FC236}">
                <a16:creationId xmlns:a16="http://schemas.microsoft.com/office/drawing/2014/main" id="{41AA2BC3-9003-4C4D-B0D9-F3C626BFFC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68C9A0C-C187-4BE3-94CF-B4BFC58231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700B24-F1E4-4853-9783-932619651DB4}" type="slidenum">
              <a:rPr lang="en-US" smtClean="0"/>
              <a:t>‹#›</a:t>
            </a:fld>
            <a:endParaRPr lang="en-US"/>
          </a:p>
        </p:txBody>
      </p:sp>
    </p:spTree>
    <p:extLst>
      <p:ext uri="{BB962C8B-B14F-4D97-AF65-F5344CB8AC3E}">
        <p14:creationId xmlns:p14="http://schemas.microsoft.com/office/powerpoint/2010/main" val="12881140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65079-9AF2-4487-B930-B2BF28D8F0FF}" type="datetimeFigureOut">
              <a:rPr lang="en-US" smtClean="0"/>
              <a:t>2/3/2022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F81D61-5D4D-48C6-8C01-25B23968CB1E}" type="slidenum">
              <a:rPr lang="en-US" smtClean="0"/>
              <a:t>‹#›</a:t>
            </a:fld>
            <a:endParaRPr lang="en-US"/>
          </a:p>
        </p:txBody>
      </p:sp>
    </p:spTree>
    <p:extLst>
      <p:ext uri="{BB962C8B-B14F-4D97-AF65-F5344CB8AC3E}">
        <p14:creationId xmlns:p14="http://schemas.microsoft.com/office/powerpoint/2010/main" val="18790887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C015-60D9-4BEC-8F76-76BF254BA4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719726-2404-4686-98D1-9B593DD44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BE1696-4D6D-42E5-8E27-774DDBA3B260}"/>
              </a:ext>
            </a:extLst>
          </p:cNvPr>
          <p:cNvSpPr>
            <a:spLocks noGrp="1"/>
          </p:cNvSpPr>
          <p:nvPr>
            <p:ph type="dt" sz="half" idx="10"/>
          </p:nvPr>
        </p:nvSpPr>
        <p:spPr/>
        <p:txBody>
          <a:bodyPr/>
          <a:lstStyle/>
          <a:p>
            <a:fld id="{0144A364-1043-4040-A2EF-A574ADF303D4}" type="datetime1">
              <a:rPr lang="en-US" smtClean="0"/>
              <a:t>2/3/2022</a:t>
            </a:fld>
            <a:endParaRPr lang="en-US"/>
          </a:p>
        </p:txBody>
      </p:sp>
      <p:sp>
        <p:nvSpPr>
          <p:cNvPr id="5" name="Footer Placeholder 4">
            <a:extLst>
              <a:ext uri="{FF2B5EF4-FFF2-40B4-BE49-F238E27FC236}">
                <a16:creationId xmlns:a16="http://schemas.microsoft.com/office/drawing/2014/main" id="{468CC663-ADEE-4E74-AB2C-DEEAF37947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601305-15EC-4FB7-9F42-0A67596203A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586912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9435-A456-43D1-B5BF-E7A0115537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B2F21C-3F5A-43F1-AE52-8DB4533A66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9A2F7D-40BB-41EB-9BE8-A68FD2CE3E5D}"/>
              </a:ext>
            </a:extLst>
          </p:cNvPr>
          <p:cNvSpPr>
            <a:spLocks noGrp="1"/>
          </p:cNvSpPr>
          <p:nvPr>
            <p:ph type="dt" sz="half" idx="10"/>
          </p:nvPr>
        </p:nvSpPr>
        <p:spPr/>
        <p:txBody>
          <a:bodyPr/>
          <a:lstStyle/>
          <a:p>
            <a:fld id="{AB2C9CAF-C07B-40E6-BACD-EF5EF94033C8}" type="datetime1">
              <a:rPr lang="en-US" smtClean="0"/>
              <a:t>2/3/2022</a:t>
            </a:fld>
            <a:endParaRPr lang="en-US"/>
          </a:p>
        </p:txBody>
      </p:sp>
      <p:sp>
        <p:nvSpPr>
          <p:cNvPr id="5" name="Footer Placeholder 4">
            <a:extLst>
              <a:ext uri="{FF2B5EF4-FFF2-40B4-BE49-F238E27FC236}">
                <a16:creationId xmlns:a16="http://schemas.microsoft.com/office/drawing/2014/main" id="{572524A4-9DE9-495E-88A1-E20CC3B9F9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E748B-8A35-46C2-A0F8-8EBA00B90140}"/>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4224677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7F38B-018A-4051-8405-2CD0E3C807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AA8D1F-5422-4CB3-A064-41E62E86B9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0BB3F6-E37C-4324-A949-582385CDE5D2}"/>
              </a:ext>
            </a:extLst>
          </p:cNvPr>
          <p:cNvSpPr>
            <a:spLocks noGrp="1"/>
          </p:cNvSpPr>
          <p:nvPr>
            <p:ph type="dt" sz="half" idx="10"/>
          </p:nvPr>
        </p:nvSpPr>
        <p:spPr/>
        <p:txBody>
          <a:bodyPr/>
          <a:lstStyle/>
          <a:p>
            <a:fld id="{E2EE6164-7137-4AE1-9198-F0C5D4284DDC}" type="datetime1">
              <a:rPr lang="en-US" smtClean="0"/>
              <a:t>2/3/2022</a:t>
            </a:fld>
            <a:endParaRPr lang="en-US"/>
          </a:p>
        </p:txBody>
      </p:sp>
      <p:sp>
        <p:nvSpPr>
          <p:cNvPr id="5" name="Footer Placeholder 4">
            <a:extLst>
              <a:ext uri="{FF2B5EF4-FFF2-40B4-BE49-F238E27FC236}">
                <a16:creationId xmlns:a16="http://schemas.microsoft.com/office/drawing/2014/main" id="{EDF53B98-2F43-4E6D-9753-2644F17908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17D3EB-F7F2-4DCF-8300-3770DD19698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012747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E0D71-F689-4C46-B6EC-81DBD6E4D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F1F08A-5A92-4B24-B10E-5AC4C9BDC0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4CE950-ED16-45D0-9C72-39EE92327B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424ED2-6283-428C-80FA-BB5845DB8908}"/>
              </a:ext>
            </a:extLst>
          </p:cNvPr>
          <p:cNvSpPr>
            <a:spLocks noGrp="1"/>
          </p:cNvSpPr>
          <p:nvPr>
            <p:ph type="dt" sz="half" idx="10"/>
          </p:nvPr>
        </p:nvSpPr>
        <p:spPr/>
        <p:txBody>
          <a:bodyPr/>
          <a:lstStyle/>
          <a:p>
            <a:fld id="{E0279764-E8A3-478F-B2C6-753DE1B47611}" type="datetime1">
              <a:rPr lang="en-US" smtClean="0"/>
              <a:t>2/3/2022</a:t>
            </a:fld>
            <a:endParaRPr lang="en-US"/>
          </a:p>
        </p:txBody>
      </p:sp>
      <p:sp>
        <p:nvSpPr>
          <p:cNvPr id="6" name="Footer Placeholder 5">
            <a:extLst>
              <a:ext uri="{FF2B5EF4-FFF2-40B4-BE49-F238E27FC236}">
                <a16:creationId xmlns:a16="http://schemas.microsoft.com/office/drawing/2014/main" id="{BE92E5FF-7339-45D1-A3E9-A5990E28C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0AFE82-B4AA-451A-8875-6F1B09489E1E}"/>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370849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DE8D-7EC7-4B89-9FA2-91C2206B12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DDAC8D-7A05-4F83-A779-52656EE858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A4EF3E-8FBF-4165-8992-D19B5E8824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2B3986-B491-44D2-A409-1937896048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6932AF-60BF-41CB-A443-0C3FD029A6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31DB049-545F-4110-BD58-820CE99A3B7C}"/>
              </a:ext>
            </a:extLst>
          </p:cNvPr>
          <p:cNvSpPr>
            <a:spLocks noGrp="1"/>
          </p:cNvSpPr>
          <p:nvPr>
            <p:ph type="dt" sz="half" idx="10"/>
          </p:nvPr>
        </p:nvSpPr>
        <p:spPr/>
        <p:txBody>
          <a:bodyPr/>
          <a:lstStyle/>
          <a:p>
            <a:fld id="{C90883E3-8E9B-42D2-ADD4-4823AA32F952}" type="datetime1">
              <a:rPr lang="en-US" smtClean="0"/>
              <a:t>2/3/2022</a:t>
            </a:fld>
            <a:endParaRPr lang="en-US"/>
          </a:p>
        </p:txBody>
      </p:sp>
      <p:sp>
        <p:nvSpPr>
          <p:cNvPr id="8" name="Footer Placeholder 7">
            <a:extLst>
              <a:ext uri="{FF2B5EF4-FFF2-40B4-BE49-F238E27FC236}">
                <a16:creationId xmlns:a16="http://schemas.microsoft.com/office/drawing/2014/main" id="{F6D04EDD-5226-423E-ADD6-0F9A8E5304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1D3FC69-15DC-4026-A293-731666A2F844}"/>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79638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5B547-D0E1-41FE-B68A-6FBDEB7287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221176-B507-43AD-A5B1-40319910628B}"/>
              </a:ext>
            </a:extLst>
          </p:cNvPr>
          <p:cNvSpPr>
            <a:spLocks noGrp="1"/>
          </p:cNvSpPr>
          <p:nvPr>
            <p:ph type="dt" sz="half" idx="10"/>
          </p:nvPr>
        </p:nvSpPr>
        <p:spPr/>
        <p:txBody>
          <a:bodyPr/>
          <a:lstStyle/>
          <a:p>
            <a:fld id="{486E31E8-B684-4FEE-B268-77C5D64FCD20}" type="datetime1">
              <a:rPr lang="en-US" smtClean="0"/>
              <a:t>2/3/2022</a:t>
            </a:fld>
            <a:endParaRPr lang="en-US"/>
          </a:p>
        </p:txBody>
      </p:sp>
      <p:sp>
        <p:nvSpPr>
          <p:cNvPr id="4" name="Footer Placeholder 3">
            <a:extLst>
              <a:ext uri="{FF2B5EF4-FFF2-40B4-BE49-F238E27FC236}">
                <a16:creationId xmlns:a16="http://schemas.microsoft.com/office/drawing/2014/main" id="{BCF38E35-CD6E-4502-838E-5CEBE236D6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D8D68A-5880-4306-AE19-BB4F5BCE1AF6}"/>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2696494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77BECD-4A41-4700-8DC1-1F687923903F}"/>
              </a:ext>
            </a:extLst>
          </p:cNvPr>
          <p:cNvSpPr>
            <a:spLocks noGrp="1"/>
          </p:cNvSpPr>
          <p:nvPr>
            <p:ph type="dt" sz="half" idx="10"/>
          </p:nvPr>
        </p:nvSpPr>
        <p:spPr/>
        <p:txBody>
          <a:bodyPr/>
          <a:lstStyle/>
          <a:p>
            <a:fld id="{2F425268-28D6-4A16-8ED8-89AF979B5F34}" type="datetime1">
              <a:rPr lang="en-US" smtClean="0"/>
              <a:t>2/3/2022</a:t>
            </a:fld>
            <a:endParaRPr lang="en-US"/>
          </a:p>
        </p:txBody>
      </p:sp>
      <p:sp>
        <p:nvSpPr>
          <p:cNvPr id="3" name="Footer Placeholder 2">
            <a:extLst>
              <a:ext uri="{FF2B5EF4-FFF2-40B4-BE49-F238E27FC236}">
                <a16:creationId xmlns:a16="http://schemas.microsoft.com/office/drawing/2014/main" id="{D08C9D84-7CE3-4D91-BB5D-524BE28E41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4431D3-CB2C-4D62-930C-079E3C95F91F}"/>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055868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81672-A2A8-405E-9EDD-40403D9AA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6D06A9-0FBE-4252-959F-1CBF43C866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F1F8BF-E7A7-4BB8-9366-91814D2CD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83D6B7-8223-4FDA-A4EB-A5DAF8B894AE}"/>
              </a:ext>
            </a:extLst>
          </p:cNvPr>
          <p:cNvSpPr>
            <a:spLocks noGrp="1"/>
          </p:cNvSpPr>
          <p:nvPr>
            <p:ph type="dt" sz="half" idx="10"/>
          </p:nvPr>
        </p:nvSpPr>
        <p:spPr/>
        <p:txBody>
          <a:bodyPr/>
          <a:lstStyle/>
          <a:p>
            <a:fld id="{56F65B31-32BB-4889-B071-C1B4AD458EC8}" type="datetime1">
              <a:rPr lang="en-US" smtClean="0"/>
              <a:t>2/3/2022</a:t>
            </a:fld>
            <a:endParaRPr lang="en-US"/>
          </a:p>
        </p:txBody>
      </p:sp>
      <p:sp>
        <p:nvSpPr>
          <p:cNvPr id="6" name="Footer Placeholder 5">
            <a:extLst>
              <a:ext uri="{FF2B5EF4-FFF2-40B4-BE49-F238E27FC236}">
                <a16:creationId xmlns:a16="http://schemas.microsoft.com/office/drawing/2014/main" id="{FAAF04A1-BECF-4954-822C-26E6AF93CD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33F06-7B8F-4787-8E86-35BE0B5352C7}"/>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808098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AAEBA-F8EA-4A1D-95F5-4735AED60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A1F2EE-2E15-4FE2-9C6A-AC8809AA96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C1C989-F013-40A9-B927-CEFFAD09E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E8199-C24E-4B95-A8C5-03F79AFB0250}"/>
              </a:ext>
            </a:extLst>
          </p:cNvPr>
          <p:cNvSpPr>
            <a:spLocks noGrp="1"/>
          </p:cNvSpPr>
          <p:nvPr>
            <p:ph type="dt" sz="half" idx="10"/>
          </p:nvPr>
        </p:nvSpPr>
        <p:spPr/>
        <p:txBody>
          <a:bodyPr/>
          <a:lstStyle/>
          <a:p>
            <a:fld id="{7B63A861-E732-4501-9E31-3E119D57AF73}" type="datetime1">
              <a:rPr lang="en-US" smtClean="0"/>
              <a:t>2/3/2022</a:t>
            </a:fld>
            <a:endParaRPr lang="en-US"/>
          </a:p>
        </p:txBody>
      </p:sp>
      <p:sp>
        <p:nvSpPr>
          <p:cNvPr id="6" name="Footer Placeholder 5">
            <a:extLst>
              <a:ext uri="{FF2B5EF4-FFF2-40B4-BE49-F238E27FC236}">
                <a16:creationId xmlns:a16="http://schemas.microsoft.com/office/drawing/2014/main" id="{67031E45-3318-49E7-9A77-662F5F1D39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AC64D-FD05-4477-B963-4CC8896CE54E}"/>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4013289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9049A-D58A-49B9-A3B4-A47B286C32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6D6112-206F-4BCD-80A0-8CD2E6E87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98AA61-FCC2-4F99-B360-94B88EBEBAAD}"/>
              </a:ext>
            </a:extLst>
          </p:cNvPr>
          <p:cNvSpPr>
            <a:spLocks noGrp="1"/>
          </p:cNvSpPr>
          <p:nvPr>
            <p:ph type="dt" sz="half" idx="10"/>
          </p:nvPr>
        </p:nvSpPr>
        <p:spPr/>
        <p:txBody>
          <a:bodyPr/>
          <a:lstStyle/>
          <a:p>
            <a:fld id="{FE1E2CA2-7B05-4D81-8A8B-0FEDC0B911FF}" type="datetime1">
              <a:rPr lang="en-US" smtClean="0"/>
              <a:t>2/3/2022</a:t>
            </a:fld>
            <a:endParaRPr lang="en-US"/>
          </a:p>
        </p:txBody>
      </p:sp>
      <p:sp>
        <p:nvSpPr>
          <p:cNvPr id="5" name="Footer Placeholder 4">
            <a:extLst>
              <a:ext uri="{FF2B5EF4-FFF2-40B4-BE49-F238E27FC236}">
                <a16:creationId xmlns:a16="http://schemas.microsoft.com/office/drawing/2014/main" id="{194B8D89-6696-429E-AEB7-D85B7F4C5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EBFFA-AE79-4116-980C-883478BD501A}"/>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3148481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EACE44-A1E3-486E-A959-DF12687388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575012-B2D2-432F-8CBD-EB58D37823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A6A1A6-9D97-4627-B672-CB261F93E01C}"/>
              </a:ext>
            </a:extLst>
          </p:cNvPr>
          <p:cNvSpPr>
            <a:spLocks noGrp="1"/>
          </p:cNvSpPr>
          <p:nvPr>
            <p:ph type="dt" sz="half" idx="10"/>
          </p:nvPr>
        </p:nvSpPr>
        <p:spPr/>
        <p:txBody>
          <a:bodyPr/>
          <a:lstStyle/>
          <a:p>
            <a:fld id="{4E95FE16-9103-4D30-95C6-E0816E476B0C}" type="datetime1">
              <a:rPr lang="en-US" smtClean="0"/>
              <a:t>2/3/2022</a:t>
            </a:fld>
            <a:endParaRPr lang="en-US"/>
          </a:p>
        </p:txBody>
      </p:sp>
      <p:sp>
        <p:nvSpPr>
          <p:cNvPr id="5" name="Footer Placeholder 4">
            <a:extLst>
              <a:ext uri="{FF2B5EF4-FFF2-40B4-BE49-F238E27FC236}">
                <a16:creationId xmlns:a16="http://schemas.microsoft.com/office/drawing/2014/main" id="{4DB1EC14-3419-48E0-B20B-EA9C4BBD9F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EAF5F-D4F2-4AF1-B220-CCD74604030C}"/>
              </a:ext>
            </a:extLst>
          </p:cNvPr>
          <p:cNvSpPr>
            <a:spLocks noGrp="1"/>
          </p:cNvSpPr>
          <p:nvPr>
            <p:ph type="sldNum" sz="quarter" idx="12"/>
          </p:nvPr>
        </p:nvSpPr>
        <p:spPr/>
        <p:txBody>
          <a:bodyPr/>
          <a:lstStyle/>
          <a:p>
            <a:fld id="{7A7E991E-64BF-47E2-9E90-5B64348DCA50}" type="slidenum">
              <a:rPr lang="en-US" smtClean="0"/>
              <a:t>‹#›</a:t>
            </a:fld>
            <a:endParaRPr lang="en-US"/>
          </a:p>
        </p:txBody>
      </p:sp>
    </p:spTree>
    <p:extLst>
      <p:ext uri="{BB962C8B-B14F-4D97-AF65-F5344CB8AC3E}">
        <p14:creationId xmlns:p14="http://schemas.microsoft.com/office/powerpoint/2010/main" val="166431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000F12-3CBC-4506-B152-FCAB0449F2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FA3D58-507B-4F6B-8A10-4655E1235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8C034A-7E96-4EA4-99AB-E17E0E041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E4BBCA-3FF2-4ACA-9A0F-E9DECB9866C4}" type="datetime1">
              <a:rPr lang="en-US" smtClean="0"/>
              <a:t>2/3/2022</a:t>
            </a:fld>
            <a:endParaRPr lang="en-US"/>
          </a:p>
        </p:txBody>
      </p:sp>
      <p:sp>
        <p:nvSpPr>
          <p:cNvPr id="5" name="Footer Placeholder 4">
            <a:extLst>
              <a:ext uri="{FF2B5EF4-FFF2-40B4-BE49-F238E27FC236}">
                <a16:creationId xmlns:a16="http://schemas.microsoft.com/office/drawing/2014/main" id="{59B76613-3BE5-4A05-8EF3-E6B053CFF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B91B99-7A7A-4A29-AC0E-60791DAA1C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7E991E-64BF-47E2-9E90-5B64348DCA50}" type="slidenum">
              <a:rPr lang="en-US" smtClean="0"/>
              <a:t>‹#›</a:t>
            </a:fld>
            <a:endParaRPr lang="en-US"/>
          </a:p>
        </p:txBody>
      </p:sp>
    </p:spTree>
    <p:extLst>
      <p:ext uri="{BB962C8B-B14F-4D97-AF65-F5344CB8AC3E}">
        <p14:creationId xmlns:p14="http://schemas.microsoft.com/office/powerpoint/2010/main" val="795627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DC0D5-17E0-465D-B461-227E563CF94E}"/>
              </a:ext>
            </a:extLst>
          </p:cNvPr>
          <p:cNvSpPr>
            <a:spLocks noGrp="1"/>
          </p:cNvSpPr>
          <p:nvPr>
            <p:ph type="ctrTitle"/>
          </p:nvPr>
        </p:nvSpPr>
        <p:spPr>
          <a:xfrm>
            <a:off x="1524000" y="721216"/>
            <a:ext cx="9144000" cy="2880821"/>
          </a:xfrm>
        </p:spPr>
        <p:txBody>
          <a:bodyPr>
            <a:normAutofit fontScale="90000"/>
          </a:bodyPr>
          <a:lstStyle/>
          <a:p>
            <a:r>
              <a:rPr lang="en-US" sz="7200" dirty="0">
                <a:latin typeface="Times New Roman" panose="02020603050405020304" pitchFamily="18" charset="0"/>
                <a:cs typeface="Times New Roman" panose="02020603050405020304" pitchFamily="18" charset="0"/>
              </a:rPr>
              <a:t>Bike </a:t>
            </a:r>
            <a:r>
              <a:rPr lang="en-US" sz="7200" dirty="0" err="1">
                <a:latin typeface="Times New Roman" panose="02020603050405020304" pitchFamily="18" charset="0"/>
                <a:cs typeface="Times New Roman" panose="02020603050405020304" pitchFamily="18" charset="0"/>
              </a:rPr>
              <a:t>Sewa</a:t>
            </a:r>
            <a:br>
              <a:rPr lang="en-US" sz="7200" dirty="0">
                <a:latin typeface="Times New Roman" panose="02020603050405020304" pitchFamily="18" charset="0"/>
                <a:cs typeface="Times New Roman" panose="02020603050405020304" pitchFamily="18" charset="0"/>
              </a:rPr>
            </a:br>
            <a:r>
              <a:rPr lang="en-US" sz="7200" dirty="0">
                <a:latin typeface="Times New Roman" panose="02020603050405020304" pitchFamily="18" charset="0"/>
                <a:cs typeface="Times New Roman" panose="02020603050405020304" pitchFamily="18" charset="0"/>
              </a:rPr>
              <a:t>  </a:t>
            </a:r>
            <a:br>
              <a:rPr lang="en-US" sz="7200" dirty="0">
                <a:latin typeface="Times New Roman" panose="02020603050405020304" pitchFamily="18" charset="0"/>
                <a:cs typeface="Times New Roman" panose="02020603050405020304" pitchFamily="18" charset="0"/>
              </a:rPr>
            </a:br>
            <a:r>
              <a:rPr lang="pt-BR" sz="2800" dirty="0">
                <a:latin typeface="Times New Roman" panose="02020603050405020304" pitchFamily="18" charset="0"/>
                <a:cs typeface="Times New Roman" panose="02020603050405020304" pitchFamily="18" charset="0"/>
              </a:rPr>
              <a:t>( B C A - 6th  S E M E S T E R )</a:t>
            </a:r>
            <a:br>
              <a:rPr lang="pt-BR" sz="2800" dirty="0">
                <a:latin typeface="Times New Roman" panose="02020603050405020304" pitchFamily="18" charset="0"/>
                <a:cs typeface="Times New Roman" panose="02020603050405020304" pitchFamily="18" charset="0"/>
              </a:rPr>
            </a:br>
            <a:endParaRPr lang="en-US" sz="6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FE29AF4-FE00-4B7F-859A-180F3CDFB853}"/>
              </a:ext>
            </a:extLst>
          </p:cNvPr>
          <p:cNvSpPr>
            <a:spLocks noGrp="1"/>
          </p:cNvSpPr>
          <p:nvPr>
            <p:ph type="subTitle" idx="1"/>
          </p:nvPr>
        </p:nvSpPr>
        <p:spPr>
          <a:xfrm>
            <a:off x="1845972" y="4481022"/>
            <a:ext cx="9144000" cy="1655762"/>
          </a:xfrm>
        </p:spPr>
        <p:txBody>
          <a:bodyPr>
            <a:normAutofit/>
          </a:bodyPr>
          <a:lstStyle/>
          <a:p>
            <a:pPr algn="r"/>
            <a:r>
              <a:rPr lang="en-US" sz="2800" b="1" dirty="0">
                <a:latin typeface="Times New Roman" panose="02020603050405020304" pitchFamily="18" charset="0"/>
                <a:cs typeface="Times New Roman" panose="02020603050405020304" pitchFamily="18" charset="0"/>
              </a:rPr>
              <a:t>Presented by:</a:t>
            </a:r>
            <a:endParaRPr lang="en-US" dirty="0">
              <a:latin typeface="Times New Roman" panose="02020603050405020304" pitchFamily="18" charset="0"/>
              <a:cs typeface="Times New Roman" panose="02020603050405020304" pitchFamily="18" charset="0"/>
            </a:endParaRPr>
          </a:p>
          <a:p>
            <a:pPr algn="r"/>
            <a:r>
              <a:rPr lang="en-US" dirty="0">
                <a:latin typeface="Times New Roman" panose="02020603050405020304" pitchFamily="18" charset="0"/>
                <a:cs typeface="Times New Roman" panose="02020603050405020304" pitchFamily="18" charset="0"/>
              </a:rPr>
              <a:t>Ngima Sherpa (07)</a:t>
            </a:r>
          </a:p>
          <a:p>
            <a:pPr algn="r"/>
            <a:r>
              <a:rPr lang="en-US" dirty="0">
                <a:latin typeface="Times New Roman" panose="02020603050405020304" pitchFamily="18" charset="0"/>
                <a:cs typeface="Times New Roman" panose="02020603050405020304" pitchFamily="18" charset="0"/>
              </a:rPr>
              <a:t>Date:30</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Jan 2022</a:t>
            </a:r>
          </a:p>
        </p:txBody>
      </p:sp>
      <p:sp>
        <p:nvSpPr>
          <p:cNvPr id="5" name="Slide Number Placeholder 4">
            <a:extLst>
              <a:ext uri="{FF2B5EF4-FFF2-40B4-BE49-F238E27FC236}">
                <a16:creationId xmlns:a16="http://schemas.microsoft.com/office/drawing/2014/main" id="{9440E8F8-BEC0-4B20-98AE-F90FA29A40AE}"/>
              </a:ext>
            </a:extLst>
          </p:cNvPr>
          <p:cNvSpPr>
            <a:spLocks noGrp="1"/>
          </p:cNvSpPr>
          <p:nvPr>
            <p:ph type="sldNum" sz="quarter" idx="12"/>
          </p:nvPr>
        </p:nvSpPr>
        <p:spPr>
          <a:xfrm>
            <a:off x="8813800" y="6136784"/>
            <a:ext cx="2743200" cy="365125"/>
          </a:xfrm>
        </p:spPr>
        <p:txBody>
          <a:bodyPr/>
          <a:lstStyle/>
          <a:p>
            <a:fld id="{7A7E991E-64BF-47E2-9E90-5B64348DCA50}" type="slidenum">
              <a:rPr lang="en-US" smtClean="0"/>
              <a:t>1</a:t>
            </a:fld>
            <a:endParaRPr lang="en-US" dirty="0"/>
          </a:p>
        </p:txBody>
      </p:sp>
    </p:spTree>
    <p:extLst>
      <p:ext uri="{BB962C8B-B14F-4D97-AF65-F5344CB8AC3E}">
        <p14:creationId xmlns:p14="http://schemas.microsoft.com/office/powerpoint/2010/main" val="95401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6A014-EA56-4FCB-A49A-CF438FA6CEB5}"/>
              </a:ext>
            </a:extLst>
          </p:cNvPr>
          <p:cNvSpPr>
            <a:spLocks noGrp="1"/>
          </p:cNvSpPr>
          <p:nvPr>
            <p:ph type="title"/>
          </p:nvPr>
        </p:nvSpPr>
        <p:spPr>
          <a:xfrm>
            <a:off x="838200" y="676396"/>
            <a:ext cx="10515600" cy="1325563"/>
          </a:xfrm>
        </p:spPr>
        <p:txBody>
          <a:bodyPr>
            <a:normAutofit fontScale="90000"/>
          </a:bodyPr>
          <a:lstStyle/>
          <a:p>
            <a:r>
              <a:rPr lang="en-US" sz="5300" b="1" dirty="0">
                <a:latin typeface="Times New Roman" panose="02020603050405020304" pitchFamily="18" charset="0"/>
                <a:cs typeface="Times New Roman" panose="02020603050405020304" pitchFamily="18" charset="0"/>
              </a:rPr>
              <a:t>Introduction</a:t>
            </a:r>
            <a:br>
              <a:rPr lang="en-US" sz="4800" dirty="0">
                <a:latin typeface="Times New Roman" panose="02020603050405020304" pitchFamily="18" charset="0"/>
                <a:cs typeface="Times New Roman" panose="02020603050405020304" pitchFamily="18" charset="0"/>
              </a:rPr>
            </a:b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2E3914-38DD-4CBD-89F8-B70144960BA7}"/>
              </a:ext>
            </a:extLst>
          </p:cNvPr>
          <p:cNvSpPr>
            <a:spLocks noGrp="1"/>
          </p:cNvSpPr>
          <p:nvPr>
            <p:ph idx="1"/>
          </p:nvPr>
        </p:nvSpPr>
        <p:spPr>
          <a:xfrm>
            <a:off x="1442434" y="2001959"/>
            <a:ext cx="9911366" cy="4354391"/>
          </a:xfrm>
        </p:spPr>
        <p:txBody>
          <a:bodyPr>
            <a:normAutofit/>
          </a:bodyPr>
          <a:lstStyle/>
          <a:p>
            <a:pPr>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Web based application</a:t>
            </a:r>
          </a:p>
          <a:p>
            <a:pPr>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admin side and the user side are both included</a:t>
            </a:r>
          </a:p>
          <a:p>
            <a:pPr>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a:t>
            </a:r>
            <a:r>
              <a:rPr lang="en-US" sz="2800" dirty="0">
                <a:latin typeface="Times New Roman" panose="02020603050405020304" pitchFamily="18" charset="0"/>
                <a:cs typeface="Times New Roman" panose="02020603050405020304" pitchFamily="18" charset="0"/>
              </a:rPr>
              <a:t>ser can login, booking, send request, view old servicing record, make payment and give feedback through online</a:t>
            </a:r>
          </a:p>
          <a:p>
            <a:pPr>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Admin can manage both bike and user details and system generate different reports based on those data</a:t>
            </a:r>
          </a:p>
        </p:txBody>
      </p:sp>
      <p:sp>
        <p:nvSpPr>
          <p:cNvPr id="5" name="Slide Number Placeholder 4">
            <a:extLst>
              <a:ext uri="{FF2B5EF4-FFF2-40B4-BE49-F238E27FC236}">
                <a16:creationId xmlns:a16="http://schemas.microsoft.com/office/drawing/2014/main" id="{E14C1C2A-EF1A-4FD4-84B6-48904F097EE9}"/>
              </a:ext>
            </a:extLst>
          </p:cNvPr>
          <p:cNvSpPr>
            <a:spLocks noGrp="1"/>
          </p:cNvSpPr>
          <p:nvPr>
            <p:ph type="sldNum" sz="quarter" idx="12"/>
          </p:nvPr>
        </p:nvSpPr>
        <p:spPr/>
        <p:txBody>
          <a:bodyPr/>
          <a:lstStyle/>
          <a:p>
            <a:fld id="{7A7E991E-64BF-47E2-9E90-5B64348DCA50}" type="slidenum">
              <a:rPr lang="en-US" sz="2800" b="1" smtClean="0">
                <a:latin typeface="Tahoma" panose="020B0604030504040204" pitchFamily="34" charset="0"/>
                <a:ea typeface="Tahoma" panose="020B0604030504040204" pitchFamily="34" charset="0"/>
                <a:cs typeface="Tahoma" panose="020B0604030504040204" pitchFamily="34" charset="0"/>
              </a:rPr>
              <a:t>2</a:t>
            </a:fld>
            <a:endParaRPr lang="en-US" sz="2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4008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1A97D-5DBA-4581-9423-ECC856BD4601}"/>
              </a:ext>
            </a:extLst>
          </p:cNvPr>
          <p:cNvSpPr>
            <a:spLocks noGrp="1"/>
          </p:cNvSpPr>
          <p:nvPr>
            <p:ph type="ctrTitle"/>
          </p:nvPr>
        </p:nvSpPr>
        <p:spPr>
          <a:xfrm>
            <a:off x="739820" y="522545"/>
            <a:ext cx="9144000" cy="745074"/>
          </a:xfrm>
        </p:spPr>
        <p:txBody>
          <a:bodyPr>
            <a:normAutofit fontScale="90000"/>
          </a:bodyPr>
          <a:lstStyle/>
          <a:p>
            <a:pPr algn="l"/>
            <a:r>
              <a:rPr lang="en-US" dirty="0"/>
              <a:t> </a:t>
            </a:r>
            <a:r>
              <a:rPr lang="en-US" sz="5300" b="1" dirty="0">
                <a:latin typeface="Times New Roman" panose="02020603050405020304" pitchFamily="18" charset="0"/>
                <a:cs typeface="Times New Roman" panose="02020603050405020304" pitchFamily="18" charset="0"/>
              </a:rPr>
              <a:t>Existing Problem</a:t>
            </a:r>
          </a:p>
        </p:txBody>
      </p:sp>
      <p:sp>
        <p:nvSpPr>
          <p:cNvPr id="3" name="Subtitle 2">
            <a:extLst>
              <a:ext uri="{FF2B5EF4-FFF2-40B4-BE49-F238E27FC236}">
                <a16:creationId xmlns:a16="http://schemas.microsoft.com/office/drawing/2014/main" id="{84B253A0-2FD3-49B9-B0C3-5EE9193FD7F9}"/>
              </a:ext>
            </a:extLst>
          </p:cNvPr>
          <p:cNvSpPr>
            <a:spLocks noGrp="1"/>
          </p:cNvSpPr>
          <p:nvPr>
            <p:ph type="subTitle" idx="1"/>
          </p:nvPr>
        </p:nvSpPr>
        <p:spPr>
          <a:xfrm>
            <a:off x="1257300" y="1524000"/>
            <a:ext cx="9410700" cy="4832350"/>
          </a:xfrm>
        </p:spPr>
        <p:txBody>
          <a:bodyPr>
            <a:normAutofit/>
          </a:bodyPr>
          <a:lstStyle/>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view old servicing details</a:t>
            </a:r>
          </a:p>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book online for servicing</a:t>
            </a:r>
          </a:p>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get emergency services</a:t>
            </a:r>
          </a:p>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get email notification for servicing alert</a:t>
            </a:r>
          </a:p>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Customer can’t send request for pick and drop</a:t>
            </a:r>
          </a:p>
          <a:p>
            <a:pPr marL="342900" indent="-342900" algn="l">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Not user friendly.</a:t>
            </a:r>
          </a:p>
          <a:p>
            <a:pPr marL="342900" indent="-342900" algn="l">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E1B66B7-B84B-4657-8ECD-56C30AB66756}"/>
              </a:ext>
            </a:extLst>
          </p:cNvPr>
          <p:cNvSpPr>
            <a:spLocks noGrp="1"/>
          </p:cNvSpPr>
          <p:nvPr>
            <p:ph type="sldNum" sz="quarter" idx="12"/>
          </p:nvPr>
        </p:nvSpPr>
        <p:spPr/>
        <p:txBody>
          <a:bodyPr/>
          <a:lstStyle/>
          <a:p>
            <a:fld id="{7A7E991E-64BF-47E2-9E90-5B64348DCA50}" type="slidenum">
              <a:rPr lang="en-US" sz="2800" b="1" smtClean="0"/>
              <a:t>3</a:t>
            </a:fld>
            <a:endParaRPr lang="en-US" sz="2800" b="1" dirty="0"/>
          </a:p>
        </p:txBody>
      </p:sp>
    </p:spTree>
    <p:extLst>
      <p:ext uri="{BB962C8B-B14F-4D97-AF65-F5344CB8AC3E}">
        <p14:creationId xmlns:p14="http://schemas.microsoft.com/office/powerpoint/2010/main" val="1619676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6539-7B16-45FA-B31F-0453F7822358}"/>
              </a:ext>
            </a:extLst>
          </p:cNvPr>
          <p:cNvSpPr>
            <a:spLocks noGrp="1"/>
          </p:cNvSpPr>
          <p:nvPr>
            <p:ph type="ctrTitle"/>
          </p:nvPr>
        </p:nvSpPr>
        <p:spPr>
          <a:xfrm>
            <a:off x="799921" y="136525"/>
            <a:ext cx="9766479" cy="1249250"/>
          </a:xfrm>
        </p:spPr>
        <p:txBody>
          <a:bodyPr>
            <a:normAutofit/>
          </a:bodyPr>
          <a:lstStyle/>
          <a:p>
            <a:pPr algn="l"/>
            <a:r>
              <a:rPr lang="en-US" sz="4800" b="1" dirty="0">
                <a:latin typeface="Times New Roman" panose="02020603050405020304" pitchFamily="18" charset="0"/>
                <a:ea typeface="Tahoma" panose="020B0604030504040204" pitchFamily="34" charset="0"/>
                <a:cs typeface="Times New Roman" panose="02020603050405020304" pitchFamily="18" charset="0"/>
              </a:rPr>
              <a:t>Objectives</a:t>
            </a:r>
            <a:endParaRPr lang="en-US" sz="4800" dirty="0"/>
          </a:p>
        </p:txBody>
      </p:sp>
      <p:sp>
        <p:nvSpPr>
          <p:cNvPr id="3" name="Subtitle 2">
            <a:extLst>
              <a:ext uri="{FF2B5EF4-FFF2-40B4-BE49-F238E27FC236}">
                <a16:creationId xmlns:a16="http://schemas.microsoft.com/office/drawing/2014/main" id="{95C2C210-305D-4CCD-A0BC-48D8373CAEAF}"/>
              </a:ext>
            </a:extLst>
          </p:cNvPr>
          <p:cNvSpPr>
            <a:spLocks noGrp="1"/>
          </p:cNvSpPr>
          <p:nvPr>
            <p:ph type="subTitle" idx="1"/>
          </p:nvPr>
        </p:nvSpPr>
        <p:spPr>
          <a:xfrm>
            <a:off x="1993900" y="1574801"/>
            <a:ext cx="8674099" cy="4851758"/>
          </a:xfrm>
        </p:spPr>
        <p:txBody>
          <a:bodyPr>
            <a:normAutofit/>
          </a:bodyPr>
          <a:lstStyle/>
          <a:p>
            <a:pPr marL="0" marR="0" lvl="0" indent="0" algn="l" defTabSz="914400" rtl="0" eaLnBrk="1" fontAlgn="auto" latinLnBrk="0" hangingPunct="1">
              <a:lnSpc>
                <a:spcPct val="17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main objective of this project is as following.</a:t>
            </a:r>
          </a:p>
          <a:p>
            <a:pPr marL="228600" marR="0" lvl="0" indent="-228600" algn="l" defTabSz="914400" rtl="0" eaLnBrk="1" fontAlgn="auto" latinLnBrk="0" hangingPunct="1">
              <a:lnSpc>
                <a:spcPct val="17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 store repair and maintenance data of bikes</a:t>
            </a:r>
          </a:p>
          <a:p>
            <a:pPr marL="228600" indent="-228600" algn="l">
              <a:lnSpc>
                <a:spcPct val="170000"/>
              </a:lnSpc>
              <a:buFont typeface="Wingdings" panose="05000000000000000000" pitchFamily="2" charset="2"/>
              <a:buChar char="Ø"/>
              <a:defRPr/>
            </a:pPr>
            <a:r>
              <a:rPr lang="en-US" sz="2800" dirty="0">
                <a:solidFill>
                  <a:prstClr val="black"/>
                </a:solidFill>
                <a:latin typeface="Times New Roman" panose="02020603050405020304" pitchFamily="18" charset="0"/>
                <a:cs typeface="Times New Roman" panose="02020603050405020304" pitchFamily="18" charset="0"/>
              </a:rPr>
              <a:t>To g</a:t>
            </a:r>
            <a:r>
              <a:rPr lang="en-US" sz="2800" dirty="0">
                <a:latin typeface="Times New Roman" panose="02020603050405020304" pitchFamily="18" charset="0"/>
                <a:cs typeface="Times New Roman" panose="02020603050405020304" pitchFamily="18" charset="0"/>
              </a:rPr>
              <a:t>enerate weekly monthly reports </a:t>
            </a: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endParaRPr lang="en-US" dirty="0"/>
          </a:p>
        </p:txBody>
      </p:sp>
      <p:sp>
        <p:nvSpPr>
          <p:cNvPr id="5" name="Slide Number Placeholder 4">
            <a:extLst>
              <a:ext uri="{FF2B5EF4-FFF2-40B4-BE49-F238E27FC236}">
                <a16:creationId xmlns:a16="http://schemas.microsoft.com/office/drawing/2014/main" id="{8E18868A-8C88-4DE6-A276-063BF50D74DE}"/>
              </a:ext>
            </a:extLst>
          </p:cNvPr>
          <p:cNvSpPr>
            <a:spLocks noGrp="1"/>
          </p:cNvSpPr>
          <p:nvPr>
            <p:ph type="sldNum" sz="quarter" idx="12"/>
          </p:nvPr>
        </p:nvSpPr>
        <p:spPr/>
        <p:txBody>
          <a:bodyPr/>
          <a:lstStyle/>
          <a:p>
            <a:fld id="{7A7E991E-64BF-47E2-9E90-5B64348DCA50}" type="slidenum">
              <a:rPr lang="en-US" sz="2800" b="1" smtClean="0"/>
              <a:t>4</a:t>
            </a:fld>
            <a:endParaRPr lang="en-US" sz="2800" b="1" dirty="0"/>
          </a:p>
        </p:txBody>
      </p:sp>
    </p:spTree>
    <p:extLst>
      <p:ext uri="{BB962C8B-B14F-4D97-AF65-F5344CB8AC3E}">
        <p14:creationId xmlns:p14="http://schemas.microsoft.com/office/powerpoint/2010/main" val="1382572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3EE5D-FB60-4FD9-BFD8-92662978062F}"/>
              </a:ext>
            </a:extLst>
          </p:cNvPr>
          <p:cNvSpPr>
            <a:spLocks noGrp="1"/>
          </p:cNvSpPr>
          <p:nvPr>
            <p:ph type="title"/>
          </p:nvPr>
        </p:nvSpPr>
        <p:spPr>
          <a:xfrm>
            <a:off x="838200" y="365126"/>
            <a:ext cx="10515600" cy="626548"/>
          </a:xfrm>
        </p:spPr>
        <p:txBody>
          <a:bodyPr>
            <a:noAutofit/>
          </a:bodyPr>
          <a:lstStyle/>
          <a:p>
            <a:r>
              <a:rPr lang="en-US" sz="4800" b="1" dirty="0">
                <a:latin typeface="Times New Roman" panose="02020603050405020304" pitchFamily="18" charset="0"/>
                <a:cs typeface="Times New Roman" panose="02020603050405020304" pitchFamily="18" charset="0"/>
              </a:rPr>
              <a:t>Scope </a:t>
            </a:r>
          </a:p>
        </p:txBody>
      </p:sp>
      <p:sp>
        <p:nvSpPr>
          <p:cNvPr id="3" name="Content Placeholder 2">
            <a:extLst>
              <a:ext uri="{FF2B5EF4-FFF2-40B4-BE49-F238E27FC236}">
                <a16:creationId xmlns:a16="http://schemas.microsoft.com/office/drawing/2014/main" id="{525B693E-E3DA-4C79-9AED-C8F3C9BB79C6}"/>
              </a:ext>
            </a:extLst>
          </p:cNvPr>
          <p:cNvSpPr>
            <a:spLocks noGrp="1"/>
          </p:cNvSpPr>
          <p:nvPr>
            <p:ph idx="1"/>
          </p:nvPr>
        </p:nvSpPr>
        <p:spPr>
          <a:xfrm>
            <a:off x="838200" y="1339402"/>
            <a:ext cx="10515600" cy="5518598"/>
          </a:xfrm>
        </p:spPr>
        <p:txBody>
          <a:bodyPr>
            <a:normAutofit fontScale="92500" lnSpcReduction="10000"/>
          </a:bodyPr>
          <a:lstStyle/>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It provides Customer to book for bike servicing, send request for pick and drop, view old bike servicing records, view profile, send servicing alert through online</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Service center can manage both bike and user details such as bike module, color, last servicing date, customer name, address, gender, phone, email etc.</a:t>
            </a:r>
          </a:p>
          <a:p>
            <a:pPr lvl="1">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Service center can generate various data (total bike services, total income, total customer, upcoming servicing list, total number of booking and cancellation)</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457200" lvl="1" indent="0">
              <a:buNone/>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815C1EB-22E0-4026-BAB8-562D2CF90C28}"/>
              </a:ext>
            </a:extLst>
          </p:cNvPr>
          <p:cNvSpPr>
            <a:spLocks noGrp="1"/>
          </p:cNvSpPr>
          <p:nvPr>
            <p:ph type="sldNum" sz="quarter" idx="12"/>
          </p:nvPr>
        </p:nvSpPr>
        <p:spPr/>
        <p:txBody>
          <a:bodyPr/>
          <a:lstStyle/>
          <a:p>
            <a:fld id="{7A7E991E-64BF-47E2-9E90-5B64348DCA50}" type="slidenum">
              <a:rPr lang="en-US" sz="2800" b="1" smtClean="0"/>
              <a:t>5</a:t>
            </a:fld>
            <a:endParaRPr lang="en-US" sz="2800" b="1" dirty="0"/>
          </a:p>
        </p:txBody>
      </p:sp>
    </p:spTree>
    <p:extLst>
      <p:ext uri="{BB962C8B-B14F-4D97-AF65-F5344CB8AC3E}">
        <p14:creationId xmlns:p14="http://schemas.microsoft.com/office/powerpoint/2010/main" val="1592407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E04E-B6D2-4A34-BDDF-E555C080BAC9}"/>
              </a:ext>
            </a:extLst>
          </p:cNvPr>
          <p:cNvSpPr>
            <a:spLocks noGrp="1"/>
          </p:cNvSpPr>
          <p:nvPr>
            <p:ph type="title"/>
          </p:nvPr>
        </p:nvSpPr>
        <p:spPr/>
        <p:txBody>
          <a:bodyPr>
            <a:normAutofit/>
          </a:bodyPr>
          <a:lstStyle/>
          <a:p>
            <a:r>
              <a:rPr lang="en-US" sz="4800" b="1" dirty="0">
                <a:effectLst/>
                <a:latin typeface="Times New Roman" panose="02020603050405020304" pitchFamily="18" charset="0"/>
                <a:ea typeface="Calibri" panose="020F0502020204030204" pitchFamily="34" charset="0"/>
              </a:rPr>
              <a:t>Limitation</a:t>
            </a:r>
            <a:endParaRPr lang="en-US" sz="4800" b="1" dirty="0"/>
          </a:p>
        </p:txBody>
      </p:sp>
      <p:sp>
        <p:nvSpPr>
          <p:cNvPr id="3" name="Content Placeholder 2">
            <a:extLst>
              <a:ext uri="{FF2B5EF4-FFF2-40B4-BE49-F238E27FC236}">
                <a16:creationId xmlns:a16="http://schemas.microsoft.com/office/drawing/2014/main" id="{F77EC8C6-08FF-401D-9AF1-4E33222A2810}"/>
              </a:ext>
            </a:extLst>
          </p:cNvPr>
          <p:cNvSpPr>
            <a:spLocks noGrp="1"/>
          </p:cNvSpPr>
          <p:nvPr>
            <p:ph idx="1"/>
          </p:nvPr>
        </p:nvSpPr>
        <p:spPr/>
        <p:txBody>
          <a:bodyPr>
            <a:normAutofit/>
          </a:bodyPr>
          <a:lstStyle/>
          <a:p>
            <a:pPr marL="342900" marR="0" lvl="0" indent="-342900">
              <a:lnSpc>
                <a:spcPct val="150000"/>
              </a:lnSpc>
              <a:spcBef>
                <a:spcPts val="0"/>
              </a:spcBef>
              <a:spcAft>
                <a:spcPts val="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It needs internet for booking</a:t>
            </a:r>
          </a:p>
          <a:p>
            <a:pPr marL="342900" marR="0" lvl="0" indent="-342900">
              <a:lnSpc>
                <a:spcPct val="150000"/>
              </a:lnSpc>
              <a:spcBef>
                <a:spcPts val="0"/>
              </a:spcBef>
              <a:spcAft>
                <a:spcPts val="8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Customer have to book even without seeing actually how service center looks like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Wingdings" panose="05000000000000000000" pitchFamily="2" charset="2"/>
              <a:buChar char=""/>
            </a:pPr>
            <a:r>
              <a:rPr lang="en-US" dirty="0">
                <a:effectLst/>
                <a:latin typeface="Times New Roman" panose="02020603050405020304" pitchFamily="18" charset="0"/>
                <a:ea typeface="Calibri" panose="020F0502020204030204" pitchFamily="34" charset="0"/>
                <a:cs typeface="Times New Roman" panose="02020603050405020304" pitchFamily="18" charset="0"/>
              </a:rPr>
              <a:t>Sometime it may contain technical problems</a:t>
            </a:r>
          </a:p>
        </p:txBody>
      </p:sp>
      <p:sp>
        <p:nvSpPr>
          <p:cNvPr id="4" name="Slide Number Placeholder 3">
            <a:extLst>
              <a:ext uri="{FF2B5EF4-FFF2-40B4-BE49-F238E27FC236}">
                <a16:creationId xmlns:a16="http://schemas.microsoft.com/office/drawing/2014/main" id="{486D2CBA-7F40-4BDD-A6EA-BE935A4222A4}"/>
              </a:ext>
            </a:extLst>
          </p:cNvPr>
          <p:cNvSpPr>
            <a:spLocks noGrp="1"/>
          </p:cNvSpPr>
          <p:nvPr>
            <p:ph type="sldNum" sz="quarter" idx="12"/>
          </p:nvPr>
        </p:nvSpPr>
        <p:spPr/>
        <p:txBody>
          <a:bodyPr/>
          <a:lstStyle/>
          <a:p>
            <a:fld id="{7A7E991E-64BF-47E2-9E90-5B64348DCA50}" type="slidenum">
              <a:rPr lang="en-US" sz="2800" b="1" smtClean="0"/>
              <a:t>6</a:t>
            </a:fld>
            <a:endParaRPr lang="en-US" sz="2800" b="1" dirty="0"/>
          </a:p>
        </p:txBody>
      </p:sp>
    </p:spTree>
    <p:extLst>
      <p:ext uri="{BB962C8B-B14F-4D97-AF65-F5344CB8AC3E}">
        <p14:creationId xmlns:p14="http://schemas.microsoft.com/office/powerpoint/2010/main" val="595701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910CD-A693-4C4E-8E0A-4A830409B2A4}"/>
              </a:ext>
            </a:extLst>
          </p:cNvPr>
          <p:cNvSpPr>
            <a:spLocks noGrp="1"/>
          </p:cNvSpPr>
          <p:nvPr>
            <p:ph type="ctrTitle"/>
          </p:nvPr>
        </p:nvSpPr>
        <p:spPr>
          <a:xfrm>
            <a:off x="515155" y="141667"/>
            <a:ext cx="9972541" cy="965915"/>
          </a:xfrm>
        </p:spPr>
        <p:txBody>
          <a:bodyPr>
            <a:normAutofit/>
          </a:bodyPr>
          <a:lstStyle/>
          <a:p>
            <a:pPr algn="l"/>
            <a:r>
              <a:rPr lang="en-US" sz="4800" b="1" dirty="0">
                <a:latin typeface="Times New Roman" panose="02020603050405020304" pitchFamily="18" charset="0"/>
                <a:cs typeface="Times New Roman" panose="02020603050405020304" pitchFamily="18" charset="0"/>
              </a:rPr>
              <a:t>Tools and Technology</a:t>
            </a:r>
            <a:endParaRPr lang="en-US" sz="4800" dirty="0"/>
          </a:p>
        </p:txBody>
      </p:sp>
      <p:sp>
        <p:nvSpPr>
          <p:cNvPr id="3" name="Subtitle 2">
            <a:extLst>
              <a:ext uri="{FF2B5EF4-FFF2-40B4-BE49-F238E27FC236}">
                <a16:creationId xmlns:a16="http://schemas.microsoft.com/office/drawing/2014/main" id="{BE2009EE-B819-4E87-ADF5-8A6F668F97ED}"/>
              </a:ext>
            </a:extLst>
          </p:cNvPr>
          <p:cNvSpPr>
            <a:spLocks noGrp="1"/>
          </p:cNvSpPr>
          <p:nvPr>
            <p:ph type="subTitle" idx="1"/>
          </p:nvPr>
        </p:nvSpPr>
        <p:spPr>
          <a:xfrm>
            <a:off x="1120462" y="1262130"/>
            <a:ext cx="9547538" cy="5357611"/>
          </a:xfrm>
        </p:spPr>
        <p:txBody>
          <a:bodyPr>
            <a:normAutofit fontScale="700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Frontend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HTML5</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CSS3</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JavaScript v8 8.9.255.25</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Backend tools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Java EE v8 (servlet &amp; </a:t>
            </a:r>
            <a:r>
              <a:rPr lang="en-US" sz="3800" dirty="0" err="1">
                <a:solidFill>
                  <a:prstClr val="black"/>
                </a:solidFill>
                <a:latin typeface="Times New Roman" panose="02020603050405020304" pitchFamily="18" charset="0"/>
                <a:cs typeface="Times New Roman" panose="02020603050405020304" pitchFamily="18" charset="0"/>
              </a:rPr>
              <a:t>jsp</a:t>
            </a:r>
            <a:r>
              <a:rPr lang="en-US" sz="3800" dirty="0">
                <a:solidFill>
                  <a:prstClr val="black"/>
                </a:solidFill>
                <a:latin typeface="Times New Roman" panose="02020603050405020304" pitchFamily="18" charset="0"/>
                <a:cs typeface="Times New Roman" panose="02020603050405020304" pitchFamily="18" charset="0"/>
              </a:rPr>
              <a:t>)</a:t>
            </a:r>
            <a:endPar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MySQL 8.0.22</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Server</a:t>
            </a:r>
          </a:p>
          <a:p>
            <a:pPr lvl="1" algn="l">
              <a:defRPr/>
            </a:pPr>
            <a:r>
              <a:rPr lang="en-US" sz="3400" dirty="0">
                <a:latin typeface="Times New Roman" panose="02020603050405020304" pitchFamily="18" charset="0"/>
                <a:cs typeface="Times New Roman" panose="02020603050405020304" pitchFamily="18" charset="0"/>
              </a:rPr>
              <a:t>Tomcat 8.5.</a:t>
            </a:r>
            <a:endParaRPr kumimoji="0" lang="en-US" sz="3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Others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Eclipse 2021</a:t>
            </a:r>
            <a:endPar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Git and GitHub</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Ø"/>
              <a:tabLst/>
              <a:defRPr/>
            </a:pP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3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Methodology</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3800" dirty="0">
                <a:solidFill>
                  <a:prstClr val="black"/>
                </a:solidFill>
                <a:latin typeface="Times New Roman" panose="02020603050405020304" pitchFamily="18" charset="0"/>
                <a:cs typeface="Times New Roman" panose="02020603050405020304" pitchFamily="18" charset="0"/>
              </a:rPr>
              <a:t>Waterfall model</a:t>
            </a:r>
            <a:endParaRPr lang="en-US" sz="3800" dirty="0"/>
          </a:p>
        </p:txBody>
      </p:sp>
      <p:sp>
        <p:nvSpPr>
          <p:cNvPr id="5" name="Slide Number Placeholder 4">
            <a:extLst>
              <a:ext uri="{FF2B5EF4-FFF2-40B4-BE49-F238E27FC236}">
                <a16:creationId xmlns:a16="http://schemas.microsoft.com/office/drawing/2014/main" id="{3D285344-DEA0-4B96-A253-8DB5BC90716D}"/>
              </a:ext>
            </a:extLst>
          </p:cNvPr>
          <p:cNvSpPr>
            <a:spLocks noGrp="1"/>
          </p:cNvSpPr>
          <p:nvPr>
            <p:ph type="sldNum" sz="quarter" idx="12"/>
          </p:nvPr>
        </p:nvSpPr>
        <p:spPr/>
        <p:txBody>
          <a:bodyPr/>
          <a:lstStyle/>
          <a:p>
            <a:fld id="{7A7E991E-64BF-47E2-9E90-5B64348DCA50}" type="slidenum">
              <a:rPr lang="en-US" sz="2800" b="1" smtClean="0"/>
              <a:t>7</a:t>
            </a:fld>
            <a:endParaRPr lang="en-US" sz="2800" b="1" dirty="0"/>
          </a:p>
        </p:txBody>
      </p:sp>
    </p:spTree>
    <p:extLst>
      <p:ext uri="{BB962C8B-B14F-4D97-AF65-F5344CB8AC3E}">
        <p14:creationId xmlns:p14="http://schemas.microsoft.com/office/powerpoint/2010/main" val="559600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9972A-7F2F-4E42-8B48-A51B8AB809C6}"/>
              </a:ext>
            </a:extLst>
          </p:cNvPr>
          <p:cNvSpPr>
            <a:spLocks noGrp="1"/>
          </p:cNvSpPr>
          <p:nvPr>
            <p:ph type="ctrTitle"/>
          </p:nvPr>
        </p:nvSpPr>
        <p:spPr>
          <a:xfrm>
            <a:off x="734096" y="386366"/>
            <a:ext cx="9933904" cy="901521"/>
          </a:xfrm>
        </p:spPr>
        <p:txBody>
          <a:bodyPr>
            <a:normAutofit/>
          </a:bodyPr>
          <a:lstStyle/>
          <a:p>
            <a:pPr algn="l"/>
            <a:r>
              <a:rPr lang="en-US" sz="4800" b="1" dirty="0">
                <a:latin typeface="Times New Roman" panose="02020603050405020304" pitchFamily="18" charset="0"/>
                <a:cs typeface="Times New Roman" panose="02020603050405020304" pitchFamily="18" charset="0"/>
              </a:rPr>
              <a:t>Requirements</a:t>
            </a:r>
            <a:endParaRPr lang="en-US" sz="4800" dirty="0"/>
          </a:p>
        </p:txBody>
      </p:sp>
      <p:sp>
        <p:nvSpPr>
          <p:cNvPr id="3" name="Subtitle 2">
            <a:extLst>
              <a:ext uri="{FF2B5EF4-FFF2-40B4-BE49-F238E27FC236}">
                <a16:creationId xmlns:a16="http://schemas.microsoft.com/office/drawing/2014/main" id="{E793B933-D8A7-4D15-9047-6440AC020375}"/>
              </a:ext>
            </a:extLst>
          </p:cNvPr>
          <p:cNvSpPr>
            <a:spLocks noGrp="1"/>
          </p:cNvSpPr>
          <p:nvPr>
            <p:ph type="subTitle" idx="1"/>
          </p:nvPr>
        </p:nvSpPr>
        <p:spPr>
          <a:xfrm>
            <a:off x="850006" y="1893194"/>
            <a:ext cx="9817994" cy="4842457"/>
          </a:xfrm>
        </p:spPr>
        <p:txBody>
          <a:bodyPr>
            <a:normAutofit/>
          </a:bodyPr>
          <a:lstStyle/>
          <a:p>
            <a:pPr marL="0" indent="0" algn="l">
              <a:buNone/>
            </a:pPr>
            <a:r>
              <a:rPr lang="en-US" sz="2800" b="1" dirty="0">
                <a:latin typeface="Times New Roman" panose="02020603050405020304" pitchFamily="18" charset="0"/>
                <a:ea typeface="Tahoma" panose="020B0604030504040204" pitchFamily="34" charset="0"/>
                <a:cs typeface="Times New Roman" panose="02020603050405020304" pitchFamily="18" charset="0"/>
              </a:rPr>
              <a:t>Hardware requirements(min.) </a:t>
            </a:r>
          </a:p>
          <a:p>
            <a:pPr lvl="1" algn="l">
              <a:buFont typeface="Wingdings" panose="05000000000000000000" pitchFamily="2" charset="2"/>
              <a:buChar char="Ø"/>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a:latin typeface="Times New Roman" panose="02020603050405020304" pitchFamily="18" charset="0"/>
                <a:ea typeface="Tahoma" panose="020B0604030504040204" pitchFamily="34" charset="0"/>
                <a:cs typeface="Times New Roman" panose="02020603050405020304" pitchFamily="18" charset="0"/>
              </a:rPr>
              <a:t>512 MB of RAM </a:t>
            </a:r>
          </a:p>
          <a:p>
            <a:pPr lvl="1" algn="l">
              <a:buFont typeface="Wingdings" panose="05000000000000000000" pitchFamily="2" charset="2"/>
              <a:buChar char="Ø"/>
            </a:pPr>
            <a:r>
              <a:rPr lang="en-US" sz="2800" dirty="0">
                <a:latin typeface="Times New Roman" panose="02020603050405020304" pitchFamily="18" charset="0"/>
                <a:ea typeface="Tahoma" panose="020B0604030504040204" pitchFamily="34" charset="0"/>
                <a:cs typeface="Times New Roman" panose="02020603050405020304" pitchFamily="18" charset="0"/>
              </a:rPr>
              <a:t> Pentium 4 processor or higher</a:t>
            </a:r>
          </a:p>
          <a:p>
            <a:pPr marL="0" indent="0" algn="l">
              <a:buNone/>
            </a:pPr>
            <a:endParaRPr lang="en-US" dirty="0">
              <a:latin typeface="Times New Roman" panose="02020603050405020304" pitchFamily="18" charset="0"/>
              <a:ea typeface="Tahoma" panose="020B0604030504040204" pitchFamily="34" charset="0"/>
              <a:cs typeface="Times New Roman" panose="02020603050405020304" pitchFamily="18" charset="0"/>
            </a:endParaRPr>
          </a:p>
          <a:p>
            <a:pPr marL="0" indent="0" algn="l">
              <a:buNone/>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800" b="1" dirty="0">
                <a:latin typeface="Times New Roman" panose="02020603050405020304" pitchFamily="18" charset="0"/>
                <a:ea typeface="Tahoma" panose="020B0604030504040204" pitchFamily="34" charset="0"/>
                <a:cs typeface="Times New Roman" panose="02020603050405020304" pitchFamily="18" charset="0"/>
              </a:rPr>
              <a:t>Software requirements(min.) </a:t>
            </a:r>
          </a:p>
          <a:p>
            <a:pPr lvl="1" algn="l">
              <a:buFont typeface="Wingdings" panose="05000000000000000000" pitchFamily="2" charset="2"/>
              <a:buChar char="Ø"/>
            </a:pPr>
            <a:r>
              <a:rPr lang="en-US" dirty="0">
                <a:latin typeface="Times New Roman" panose="02020603050405020304" pitchFamily="18" charset="0"/>
                <a:ea typeface="Tahoma" panose="020B0604030504040204" pitchFamily="34" charset="0"/>
                <a:cs typeface="Times New Roman" panose="02020603050405020304" pitchFamily="18" charset="0"/>
              </a:rPr>
              <a:t> </a:t>
            </a:r>
            <a:r>
              <a:rPr lang="en-US" sz="2800" dirty="0">
                <a:latin typeface="Times New Roman" panose="02020603050405020304" pitchFamily="18" charset="0"/>
                <a:ea typeface="Tahoma" panose="020B0604030504040204" pitchFamily="34" charset="0"/>
                <a:cs typeface="Times New Roman" panose="02020603050405020304" pitchFamily="18" charset="0"/>
              </a:rPr>
              <a:t>Operating system : Windows XP or later</a:t>
            </a:r>
          </a:p>
          <a:p>
            <a:pPr lvl="1" algn="l">
              <a:buFont typeface="Wingdings" panose="05000000000000000000" pitchFamily="2" charset="2"/>
              <a:buChar char="Ø"/>
            </a:pPr>
            <a:r>
              <a:rPr lang="en-US" sz="2800" dirty="0">
                <a:latin typeface="Times New Roman" panose="02020603050405020304" pitchFamily="18" charset="0"/>
                <a:ea typeface="Tahoma" panose="020B0604030504040204" pitchFamily="34" charset="0"/>
                <a:cs typeface="Times New Roman" panose="02020603050405020304" pitchFamily="18" charset="0"/>
              </a:rPr>
              <a:t> Web browser (Chrome, Mozilla…)</a:t>
            </a:r>
          </a:p>
          <a:p>
            <a:pPr algn="l"/>
            <a:endParaRPr lang="en-US" dirty="0"/>
          </a:p>
        </p:txBody>
      </p:sp>
      <p:sp>
        <p:nvSpPr>
          <p:cNvPr id="5" name="Slide Number Placeholder 4">
            <a:extLst>
              <a:ext uri="{FF2B5EF4-FFF2-40B4-BE49-F238E27FC236}">
                <a16:creationId xmlns:a16="http://schemas.microsoft.com/office/drawing/2014/main" id="{4B49E509-86A0-4BAF-BD03-144911D33D59}"/>
              </a:ext>
            </a:extLst>
          </p:cNvPr>
          <p:cNvSpPr>
            <a:spLocks noGrp="1"/>
          </p:cNvSpPr>
          <p:nvPr>
            <p:ph type="sldNum" sz="quarter" idx="12"/>
          </p:nvPr>
        </p:nvSpPr>
        <p:spPr/>
        <p:txBody>
          <a:bodyPr/>
          <a:lstStyle/>
          <a:p>
            <a:fld id="{7A7E991E-64BF-47E2-9E90-5B64348DCA50}" type="slidenum">
              <a:rPr lang="en-US" sz="2800" b="1" smtClean="0"/>
              <a:t>8</a:t>
            </a:fld>
            <a:endParaRPr lang="en-US" sz="2800" b="1" dirty="0"/>
          </a:p>
        </p:txBody>
      </p:sp>
    </p:spTree>
    <p:extLst>
      <p:ext uri="{BB962C8B-B14F-4D97-AF65-F5344CB8AC3E}">
        <p14:creationId xmlns:p14="http://schemas.microsoft.com/office/powerpoint/2010/main" val="750994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10B42-E751-4312-B1D7-A97D82BCEA9B}"/>
              </a:ext>
            </a:extLst>
          </p:cNvPr>
          <p:cNvSpPr>
            <a:spLocks noGrp="1"/>
          </p:cNvSpPr>
          <p:nvPr>
            <p:ph type="title"/>
          </p:nvPr>
        </p:nvSpPr>
        <p:spPr>
          <a:xfrm>
            <a:off x="838200" y="136525"/>
            <a:ext cx="10515600" cy="1325563"/>
          </a:xfrm>
        </p:spPr>
        <p:txBody>
          <a:bodyPr>
            <a:normAutofit/>
          </a:bodyPr>
          <a:lstStyle/>
          <a:p>
            <a:r>
              <a:rPr lang="en-US" sz="4800" b="1" dirty="0">
                <a:latin typeface="Times New Roman" panose="02020603050405020304" pitchFamily="18" charset="0"/>
                <a:cs typeface="Times New Roman" panose="02020603050405020304" pitchFamily="18" charset="0"/>
              </a:rPr>
              <a:t>Project Timeline</a:t>
            </a:r>
          </a:p>
        </p:txBody>
      </p:sp>
      <p:pic>
        <p:nvPicPr>
          <p:cNvPr id="7" name="Content Placeholder 6">
            <a:extLst>
              <a:ext uri="{FF2B5EF4-FFF2-40B4-BE49-F238E27FC236}">
                <a16:creationId xmlns:a16="http://schemas.microsoft.com/office/drawing/2014/main" id="{15C0C8DB-E2C0-462A-8D50-9C3E1DC4BF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3290" y="1412876"/>
            <a:ext cx="10250510" cy="4691723"/>
          </a:xfrm>
          <a:prstGeom prst="rect">
            <a:avLst/>
          </a:prstGeom>
          <a:ln>
            <a:noFill/>
          </a:ln>
          <a:effectLst>
            <a:outerShdw blurRad="292100" dist="139700" dir="2700000" algn="tl" rotWithShape="0">
              <a:srgbClr val="333333">
                <a:alpha val="65000"/>
              </a:srgbClr>
            </a:outerShdw>
          </a:effectLst>
        </p:spPr>
      </p:pic>
      <p:sp>
        <p:nvSpPr>
          <p:cNvPr id="9" name="Slide Number Placeholder 8">
            <a:extLst>
              <a:ext uri="{FF2B5EF4-FFF2-40B4-BE49-F238E27FC236}">
                <a16:creationId xmlns:a16="http://schemas.microsoft.com/office/drawing/2014/main" id="{45EED753-426C-4242-8462-7B6BBCDC3A97}"/>
              </a:ext>
            </a:extLst>
          </p:cNvPr>
          <p:cNvSpPr>
            <a:spLocks noGrp="1"/>
          </p:cNvSpPr>
          <p:nvPr>
            <p:ph type="sldNum" sz="quarter" idx="12"/>
          </p:nvPr>
        </p:nvSpPr>
        <p:spPr/>
        <p:txBody>
          <a:bodyPr/>
          <a:lstStyle/>
          <a:p>
            <a:fld id="{7A7E991E-64BF-47E2-9E90-5B64348DCA50}" type="slidenum">
              <a:rPr lang="en-US" sz="2800" b="1" smtClean="0"/>
              <a:t>9</a:t>
            </a:fld>
            <a:endParaRPr lang="en-US" sz="2800" b="1" dirty="0"/>
          </a:p>
        </p:txBody>
      </p:sp>
    </p:spTree>
    <p:extLst>
      <p:ext uri="{BB962C8B-B14F-4D97-AF65-F5344CB8AC3E}">
        <p14:creationId xmlns:p14="http://schemas.microsoft.com/office/powerpoint/2010/main" val="1121596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375EB-A8D8-4F53-9A94-47711E13909C}"/>
              </a:ext>
            </a:extLst>
          </p:cNvPr>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BFF1021-B878-4012-B509-B90E310EE442}"/>
              </a:ext>
            </a:extLst>
          </p:cNvPr>
          <p:cNvSpPr>
            <a:spLocks noGrp="1"/>
          </p:cNvSpPr>
          <p:nvPr>
            <p:ph idx="1"/>
          </p:nvPr>
        </p:nvSpPr>
        <p:spPr>
          <a:xfrm>
            <a:off x="1326524" y="2099255"/>
            <a:ext cx="10027276" cy="2704565"/>
          </a:xfrm>
        </p:spPr>
        <p:txBody>
          <a:bodyPr>
            <a:no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Bike </a:t>
            </a:r>
            <a:r>
              <a:rPr lang="en-US" dirty="0" err="1">
                <a:latin typeface="Times New Roman" panose="02020603050405020304" pitchFamily="18" charset="0"/>
                <a:cs typeface="Times New Roman" panose="02020603050405020304" pitchFamily="18" charset="0"/>
              </a:rPr>
              <a:t>Sewa</a:t>
            </a:r>
            <a:r>
              <a:rPr lang="en-US" dirty="0">
                <a:latin typeface="Times New Roman" panose="02020603050405020304" pitchFamily="18" charset="0"/>
                <a:cs typeface="Times New Roman" panose="02020603050405020304" pitchFamily="18" charset="0"/>
              </a:rPr>
              <a:t> is an online web application that minimizes the problem of the existing system and provides an easy interface to both customers and admin. It generate weekly and monthly reports which helps to analyze business, and can increase revenue.</a:t>
            </a:r>
          </a:p>
        </p:txBody>
      </p:sp>
      <p:sp>
        <p:nvSpPr>
          <p:cNvPr id="5" name="Slide Number Placeholder 4">
            <a:extLst>
              <a:ext uri="{FF2B5EF4-FFF2-40B4-BE49-F238E27FC236}">
                <a16:creationId xmlns:a16="http://schemas.microsoft.com/office/drawing/2014/main" id="{AEFEC641-C2E0-402A-9A51-3CF0A86D6AF0}"/>
              </a:ext>
            </a:extLst>
          </p:cNvPr>
          <p:cNvSpPr>
            <a:spLocks noGrp="1"/>
          </p:cNvSpPr>
          <p:nvPr>
            <p:ph type="sldNum" sz="quarter" idx="12"/>
          </p:nvPr>
        </p:nvSpPr>
        <p:spPr/>
        <p:txBody>
          <a:bodyPr/>
          <a:lstStyle/>
          <a:p>
            <a:fld id="{7A7E991E-64BF-47E2-9E90-5B64348DCA50}" type="slidenum">
              <a:rPr lang="en-US" sz="2800" b="1" smtClean="0"/>
              <a:t>10</a:t>
            </a:fld>
            <a:endParaRPr lang="en-US" sz="2800" b="1" dirty="0"/>
          </a:p>
        </p:txBody>
      </p:sp>
    </p:spTree>
    <p:extLst>
      <p:ext uri="{BB962C8B-B14F-4D97-AF65-F5344CB8AC3E}">
        <p14:creationId xmlns:p14="http://schemas.microsoft.com/office/powerpoint/2010/main" val="1726998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2FF1-B303-4738-A7C0-BC632C8E8ED5}"/>
              </a:ext>
            </a:extLst>
          </p:cNvPr>
          <p:cNvSpPr>
            <a:spLocks noGrp="1"/>
          </p:cNvSpPr>
          <p:nvPr>
            <p:ph type="title"/>
          </p:nvPr>
        </p:nvSpPr>
        <p:spPr>
          <a:xfrm>
            <a:off x="838199" y="1897062"/>
            <a:ext cx="10515600" cy="3063875"/>
          </a:xfrm>
        </p:spPr>
        <p:txBody>
          <a:bodyPr>
            <a:normAutofit/>
          </a:bodyPr>
          <a:lstStyle/>
          <a:p>
            <a:pPr algn="ctr"/>
            <a:r>
              <a:rPr lang="en-US" sz="4800" b="1" dirty="0">
                <a:latin typeface="Times New Roman" panose="02020603050405020304" pitchFamily="18" charset="0"/>
                <a:cs typeface="Times New Roman" panose="02020603050405020304" pitchFamily="18" charset="0"/>
              </a:rPr>
              <a:t>Any Questions ?</a:t>
            </a:r>
          </a:p>
        </p:txBody>
      </p:sp>
      <p:sp>
        <p:nvSpPr>
          <p:cNvPr id="4" name="Slide Number Placeholder 3">
            <a:extLst>
              <a:ext uri="{FF2B5EF4-FFF2-40B4-BE49-F238E27FC236}">
                <a16:creationId xmlns:a16="http://schemas.microsoft.com/office/drawing/2014/main" id="{C039CC50-51C0-45CE-A5CF-C671E5E02753}"/>
              </a:ext>
            </a:extLst>
          </p:cNvPr>
          <p:cNvSpPr>
            <a:spLocks noGrp="1"/>
          </p:cNvSpPr>
          <p:nvPr>
            <p:ph type="sldNum" sz="quarter" idx="12"/>
          </p:nvPr>
        </p:nvSpPr>
        <p:spPr/>
        <p:txBody>
          <a:bodyPr/>
          <a:lstStyle/>
          <a:p>
            <a:fld id="{7A7E991E-64BF-47E2-9E90-5B64348DCA50}" type="slidenum">
              <a:rPr lang="en-US" sz="2800" b="1" smtClean="0"/>
              <a:t>11</a:t>
            </a:fld>
            <a:endParaRPr lang="en-US" sz="2800" b="1" dirty="0"/>
          </a:p>
        </p:txBody>
      </p:sp>
    </p:spTree>
    <p:extLst>
      <p:ext uri="{BB962C8B-B14F-4D97-AF65-F5344CB8AC3E}">
        <p14:creationId xmlns:p14="http://schemas.microsoft.com/office/powerpoint/2010/main" val="3175926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2FF1-B303-4738-A7C0-BC632C8E8ED5}"/>
              </a:ext>
            </a:extLst>
          </p:cNvPr>
          <p:cNvSpPr>
            <a:spLocks noGrp="1"/>
          </p:cNvSpPr>
          <p:nvPr>
            <p:ph type="title"/>
          </p:nvPr>
        </p:nvSpPr>
        <p:spPr>
          <a:xfrm>
            <a:off x="2374900" y="1528762"/>
            <a:ext cx="6134099" cy="3063875"/>
          </a:xfrm>
        </p:spPr>
        <p:txBody>
          <a:bodyPr>
            <a:normAutofit/>
          </a:bodyPr>
          <a:lstStyle/>
          <a:p>
            <a:r>
              <a:rPr lang="en-US" sz="4800" b="1" dirty="0">
                <a:latin typeface="Times New Roman" panose="02020603050405020304" pitchFamily="18" charset="0"/>
                <a:cs typeface="Times New Roman" panose="02020603050405020304" pitchFamily="18" charset="0"/>
              </a:rPr>
              <a:t>Thank You </a:t>
            </a:r>
          </a:p>
        </p:txBody>
      </p:sp>
      <p:sp>
        <p:nvSpPr>
          <p:cNvPr id="4" name="Slide Number Placeholder 3">
            <a:extLst>
              <a:ext uri="{FF2B5EF4-FFF2-40B4-BE49-F238E27FC236}">
                <a16:creationId xmlns:a16="http://schemas.microsoft.com/office/drawing/2014/main" id="{D0A3E7D3-E5DB-4E16-9BC5-B40D1513F6E6}"/>
              </a:ext>
            </a:extLst>
          </p:cNvPr>
          <p:cNvSpPr>
            <a:spLocks noGrp="1"/>
          </p:cNvSpPr>
          <p:nvPr>
            <p:ph type="sldNum" sz="quarter" idx="12"/>
          </p:nvPr>
        </p:nvSpPr>
        <p:spPr/>
        <p:txBody>
          <a:bodyPr/>
          <a:lstStyle/>
          <a:p>
            <a:fld id="{7A7E991E-64BF-47E2-9E90-5B64348DCA50}" type="slidenum">
              <a:rPr lang="en-US" sz="2800" b="1" smtClean="0"/>
              <a:t>12</a:t>
            </a:fld>
            <a:endParaRPr lang="en-US" sz="2800" b="1" dirty="0"/>
          </a:p>
        </p:txBody>
      </p:sp>
      <p:pic>
        <p:nvPicPr>
          <p:cNvPr id="1026" name="Picture 2" descr="Smiling Face with Smiling Eyes on Apple iOS 14.6">
            <a:extLst>
              <a:ext uri="{FF2B5EF4-FFF2-40B4-BE49-F238E27FC236}">
                <a16:creationId xmlns:a16="http://schemas.microsoft.com/office/drawing/2014/main" id="{1ED06564-8F16-415B-BF94-25702DD53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0937" y="2336799"/>
            <a:ext cx="1712454"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58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1594</TotalTime>
  <Words>408</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Tahoma</vt:lpstr>
      <vt:lpstr>Times New Roman</vt:lpstr>
      <vt:lpstr>Wingdings</vt:lpstr>
      <vt:lpstr>Office Theme</vt:lpstr>
      <vt:lpstr>Bike Sewa    ( B C A - 6th  S E M E S T E R ) </vt:lpstr>
      <vt:lpstr>Introduction </vt:lpstr>
      <vt:lpstr> Existing Problem</vt:lpstr>
      <vt:lpstr>Objectives</vt:lpstr>
      <vt:lpstr>Scope </vt:lpstr>
      <vt:lpstr>Limitation</vt:lpstr>
      <vt:lpstr>Tools and Technology</vt:lpstr>
      <vt:lpstr>Requirements</vt:lpstr>
      <vt:lpstr>Project Timeline</vt:lpstr>
      <vt:lpstr>Conclusion</vt:lpstr>
      <vt:lpstr>Any Questions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KitabPasal</dc:title>
  <dc:creator>Sajan Kc</dc:creator>
  <cp:lastModifiedBy>ngima sherpa</cp:lastModifiedBy>
  <cp:revision>94</cp:revision>
  <dcterms:created xsi:type="dcterms:W3CDTF">2021-03-15T07:51:09Z</dcterms:created>
  <dcterms:modified xsi:type="dcterms:W3CDTF">2022-02-03T03:24:16Z</dcterms:modified>
</cp:coreProperties>
</file>